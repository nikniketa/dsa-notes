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2743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2743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2743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0" y="2743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2743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2743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2743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2743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2743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0" y="2743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2743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2743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0" y="2743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2743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2743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9144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9144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63040" y="9144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1680" y="9144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0" y="9144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08960" y="9144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9144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06240" y="9144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9144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0" y="9144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52160" y="9144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9144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49440" y="9144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0" y="9144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46720" y="9144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95360" y="9144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15544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4400" y="15544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63040" y="15544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11680" y="15544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60320" y="15544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108960" y="15544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0" y="15544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06240" y="15544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15544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03520" y="15544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52160" y="15544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15544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49440" y="15544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98080" y="15544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46720" y="15544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595360" y="15544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5760" y="219456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14400" y="219456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463040" y="219456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011680" y="219456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560320" y="219456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108960" y="219456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657600" y="219456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206240" y="219456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54880" y="219456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03520" y="219456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852160" y="219456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00800" y="219456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949440" y="219456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498080" y="219456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046720" y="219456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595360" y="219456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65760" y="283464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14400" y="283464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463040" y="283464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011680" y="283464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560320" y="283464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108960" y="283464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657600" y="283464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206240" y="283464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754880" y="283464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303520" y="283464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852160" y="283464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00800" y="283464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949440" y="283464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498080" y="283464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046720" y="283464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595360" y="283464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65760" y="34747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14400" y="34747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463040" y="34747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011680" y="34747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560320" y="34747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108960" y="34747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657600" y="34747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206240" y="34747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754880" y="34747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303520" y="34747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852160" y="34747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400800" y="34747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949440" y="34747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498080" y="34747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046720" y="34747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595360" y="347472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65760" y="41148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14400" y="41148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463040" y="41148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011680" y="41148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560320" y="41148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108960" y="41148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657600" y="41148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206240" y="41148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754880" y="41148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303520" y="41148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852160" y="41148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400800" y="41148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949440" y="41148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498080" y="41148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046720" y="41148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595360" y="411480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65760" y="47548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14400" y="47548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463040" y="47548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011680" y="47548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560320" y="47548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108960" y="47548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657600" y="47548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206240" y="47548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54880" y="47548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303520" y="47548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852160" y="47548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400800" y="47548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949440" y="47548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498080" y="47548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046720" y="47548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595360" y="4754880"/>
            <a:ext cx="54864" cy="548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383280" y="50292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1E2A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3383280" y="5029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LEETCODE  #344</a:t>
            </a:r>
            <a:endParaRPr lang="en-US" sz="1100" dirty="0"/>
          </a:p>
        </p:txBody>
      </p:sp>
      <p:sp>
        <p:nvSpPr>
          <p:cNvPr id="132" name="Shape 130"/>
          <p:cNvSpPr/>
          <p:nvPr/>
        </p:nvSpPr>
        <p:spPr>
          <a:xfrm>
            <a:off x="2368296" y="1005840"/>
            <a:ext cx="566928" cy="5669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2368296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2200" dirty="0"/>
          </a:p>
        </p:txBody>
      </p:sp>
      <p:sp>
        <p:nvSpPr>
          <p:cNvPr id="134" name="Shape 132"/>
          <p:cNvSpPr/>
          <p:nvPr/>
        </p:nvSpPr>
        <p:spPr>
          <a:xfrm>
            <a:off x="3008376" y="1005840"/>
            <a:ext cx="566928" cy="5669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3008376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2200" dirty="0"/>
          </a:p>
        </p:txBody>
      </p:sp>
      <p:sp>
        <p:nvSpPr>
          <p:cNvPr id="136" name="Shape 134"/>
          <p:cNvSpPr/>
          <p:nvPr/>
        </p:nvSpPr>
        <p:spPr>
          <a:xfrm>
            <a:off x="3648456" y="1005840"/>
            <a:ext cx="566928" cy="5669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3648456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2200" dirty="0"/>
          </a:p>
        </p:txBody>
      </p:sp>
      <p:sp>
        <p:nvSpPr>
          <p:cNvPr id="138" name="Shape 136"/>
          <p:cNvSpPr/>
          <p:nvPr/>
        </p:nvSpPr>
        <p:spPr>
          <a:xfrm>
            <a:off x="4288536" y="1005840"/>
            <a:ext cx="56692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4288536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2200" dirty="0"/>
          </a:p>
        </p:txBody>
      </p:sp>
      <p:sp>
        <p:nvSpPr>
          <p:cNvPr id="140" name="Shape 138"/>
          <p:cNvSpPr/>
          <p:nvPr/>
        </p:nvSpPr>
        <p:spPr>
          <a:xfrm>
            <a:off x="4928616" y="1005840"/>
            <a:ext cx="566928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4928616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2200" dirty="0"/>
          </a:p>
        </p:txBody>
      </p:sp>
      <p:sp>
        <p:nvSpPr>
          <p:cNvPr id="142" name="Shape 140"/>
          <p:cNvSpPr/>
          <p:nvPr/>
        </p:nvSpPr>
        <p:spPr>
          <a:xfrm>
            <a:off x="5568696" y="1005840"/>
            <a:ext cx="566928" cy="5669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5568696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2200" dirty="0"/>
          </a:p>
        </p:txBody>
      </p:sp>
      <p:sp>
        <p:nvSpPr>
          <p:cNvPr id="144" name="Shape 142"/>
          <p:cNvSpPr/>
          <p:nvPr/>
        </p:nvSpPr>
        <p:spPr>
          <a:xfrm>
            <a:off x="6208776" y="1005840"/>
            <a:ext cx="566928" cy="5669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6208776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2200" dirty="0"/>
          </a:p>
        </p:txBody>
      </p:sp>
      <p:sp>
        <p:nvSpPr>
          <p:cNvPr id="146" name="Shape 144"/>
          <p:cNvSpPr/>
          <p:nvPr/>
        </p:nvSpPr>
        <p:spPr>
          <a:xfrm>
            <a:off x="4114800" y="1755648"/>
            <a:ext cx="9144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4434840" y="16642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</a:rPr>
              <a:t>→</a:t>
            </a:r>
            <a:endParaRPr lang="en-US" sz="1600" dirty="0"/>
          </a:p>
        </p:txBody>
      </p:sp>
      <p:sp>
        <p:nvSpPr>
          <p:cNvPr id="148" name="Shape 146"/>
          <p:cNvSpPr/>
          <p:nvPr/>
        </p:nvSpPr>
        <p:spPr>
          <a:xfrm>
            <a:off x="2368296" y="2011680"/>
            <a:ext cx="566928" cy="566928"/>
          </a:xfrm>
          <a:prstGeom prst="rect">
            <a:avLst/>
          </a:prstGeom>
          <a:solidFill>
            <a:srgbClr val="1E2A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2368296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2200" dirty="0"/>
          </a:p>
        </p:txBody>
      </p:sp>
      <p:sp>
        <p:nvSpPr>
          <p:cNvPr id="150" name="Shape 148"/>
          <p:cNvSpPr/>
          <p:nvPr/>
        </p:nvSpPr>
        <p:spPr>
          <a:xfrm>
            <a:off x="3008376" y="2011680"/>
            <a:ext cx="566928" cy="566928"/>
          </a:xfrm>
          <a:prstGeom prst="rect">
            <a:avLst/>
          </a:prstGeom>
          <a:solidFill>
            <a:srgbClr val="1E2A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3008376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2200" dirty="0"/>
          </a:p>
        </p:txBody>
      </p:sp>
      <p:sp>
        <p:nvSpPr>
          <p:cNvPr id="152" name="Shape 150"/>
          <p:cNvSpPr/>
          <p:nvPr/>
        </p:nvSpPr>
        <p:spPr>
          <a:xfrm>
            <a:off x="3648456" y="2011680"/>
            <a:ext cx="566928" cy="566928"/>
          </a:xfrm>
          <a:prstGeom prst="rect">
            <a:avLst/>
          </a:prstGeom>
          <a:solidFill>
            <a:srgbClr val="1E2A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3648456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2200" dirty="0"/>
          </a:p>
        </p:txBody>
      </p:sp>
      <p:sp>
        <p:nvSpPr>
          <p:cNvPr id="154" name="Shape 152"/>
          <p:cNvSpPr/>
          <p:nvPr/>
        </p:nvSpPr>
        <p:spPr>
          <a:xfrm>
            <a:off x="4288536" y="2011680"/>
            <a:ext cx="566928" cy="566928"/>
          </a:xfrm>
          <a:prstGeom prst="rect">
            <a:avLst/>
          </a:prstGeom>
          <a:solidFill>
            <a:srgbClr val="1E2A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4288536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2200" dirty="0"/>
          </a:p>
        </p:txBody>
      </p:sp>
      <p:sp>
        <p:nvSpPr>
          <p:cNvPr id="156" name="Shape 154"/>
          <p:cNvSpPr/>
          <p:nvPr/>
        </p:nvSpPr>
        <p:spPr>
          <a:xfrm>
            <a:off x="4928616" y="2011680"/>
            <a:ext cx="566928" cy="566928"/>
          </a:xfrm>
          <a:prstGeom prst="rect">
            <a:avLst/>
          </a:prstGeom>
          <a:solidFill>
            <a:srgbClr val="1E2A3B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4928616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2200" dirty="0"/>
          </a:p>
        </p:txBody>
      </p:sp>
      <p:sp>
        <p:nvSpPr>
          <p:cNvPr id="158" name="Shape 156"/>
          <p:cNvSpPr/>
          <p:nvPr/>
        </p:nvSpPr>
        <p:spPr>
          <a:xfrm>
            <a:off x="5568696" y="2011680"/>
            <a:ext cx="566928" cy="566928"/>
          </a:xfrm>
          <a:prstGeom prst="rect">
            <a:avLst/>
          </a:prstGeom>
          <a:solidFill>
            <a:srgbClr val="1E2A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5568696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2200" dirty="0"/>
          </a:p>
        </p:txBody>
      </p:sp>
      <p:sp>
        <p:nvSpPr>
          <p:cNvPr id="160" name="Shape 158"/>
          <p:cNvSpPr/>
          <p:nvPr/>
        </p:nvSpPr>
        <p:spPr>
          <a:xfrm>
            <a:off x="6208776" y="2011680"/>
            <a:ext cx="566928" cy="566928"/>
          </a:xfrm>
          <a:prstGeom prst="rect">
            <a:avLst/>
          </a:prstGeom>
          <a:solidFill>
            <a:srgbClr val="1E2A3B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6208776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2200" dirty="0"/>
          </a:p>
        </p:txBody>
      </p:sp>
      <p:sp>
        <p:nvSpPr>
          <p:cNvPr id="162" name="Text 160"/>
          <p:cNvSpPr/>
          <p:nvPr/>
        </p:nvSpPr>
        <p:spPr>
          <a:xfrm>
            <a:off x="457200" y="27432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5200" dirty="0"/>
          </a:p>
        </p:txBody>
      </p:sp>
      <p:sp>
        <p:nvSpPr>
          <p:cNvPr id="163" name="Shape 161"/>
          <p:cNvSpPr/>
          <p:nvPr/>
        </p:nvSpPr>
        <p:spPr>
          <a:xfrm>
            <a:off x="2286000" y="3611880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2286000" y="36118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</a:rPr>
              <a:t>Array</a:t>
            </a:r>
            <a:endParaRPr lang="en-US" sz="1300" dirty="0"/>
          </a:p>
        </p:txBody>
      </p:sp>
      <p:sp>
        <p:nvSpPr>
          <p:cNvPr id="165" name="Shape 163"/>
          <p:cNvSpPr/>
          <p:nvPr/>
        </p:nvSpPr>
        <p:spPr>
          <a:xfrm>
            <a:off x="3886200" y="3611880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111827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3886200" y="36118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Two Pointers</a:t>
            </a:r>
            <a:endParaRPr lang="en-US" sz="1300" dirty="0"/>
          </a:p>
        </p:txBody>
      </p:sp>
      <p:sp>
        <p:nvSpPr>
          <p:cNvPr id="167" name="Shape 165"/>
          <p:cNvSpPr/>
          <p:nvPr/>
        </p:nvSpPr>
        <p:spPr>
          <a:xfrm>
            <a:off x="5486400" y="3611880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5486400" y="36118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Easy</a:t>
            </a:r>
            <a:endParaRPr lang="en-US" sz="1300" dirty="0"/>
          </a:p>
        </p:txBody>
      </p:sp>
      <p:sp>
        <p:nvSpPr>
          <p:cNvPr id="169" name="Text 167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In-Place  •  Two Pointers  •  O(n) Time  •  O(1) Space</a:t>
            </a:r>
            <a:endParaRPr lang="en-US" sz="1300" dirty="0"/>
          </a:p>
        </p:txBody>
      </p:sp>
      <p:sp>
        <p:nvSpPr>
          <p:cNvPr id="170" name="Text 168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Swap characters from both ends until pointers meet in the middle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Problem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LeetCode #344 — Reverse String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8321040" cy="118872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24128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</a:rPr>
              <a:t>Write a function that reverses a character array </a:t>
            </a:r>
            <a:pPr indent="0" marL="0">
              <a:buNone/>
            </a:pPr>
            <a:r>
              <a:rPr lang="en-US" sz="1450" b="1" dirty="0">
                <a:solidFill>
                  <a:srgbClr val="06B6D4"/>
                </a:solidFill>
              </a:rPr>
              <a:t>s</a:t>
            </a:r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</a:rPr>
              <a:t> in-place.</a:t>
            </a:r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</a:rPr>
              <a:t>You must do this by modifying the input array 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</a:rPr>
              <a:t>in-place</a:t>
            </a:r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</a:rPr>
              <a:t> with </a:t>
            </a:r>
            <a:pPr indent="0" marL="0">
              <a:buNone/>
            </a:pPr>
            <a:r>
              <a:rPr lang="en-US" sz="1450" b="1" dirty="0">
                <a:solidFill>
                  <a:srgbClr val="10B981"/>
                </a:solidFill>
              </a:rPr>
              <a:t>O(1) extra memory</a:t>
            </a:r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</a:rPr>
              <a:t>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11480" y="2286000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 IN-PLACE  mean?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2697480"/>
            <a:ext cx="269748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697480"/>
            <a:ext cx="2697480" cy="45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277977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NOT In-Place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7784" y="32186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a copy of the array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57784" y="36576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Reverse the copy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57784" y="40965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 the new array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57784" y="453542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Uses O(n) extra space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46120" y="2697480"/>
            <a:ext cx="269748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2697480"/>
            <a:ext cx="269748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277977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In-Place (correct)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92424" y="32186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Modify the ORIGINAL array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392424" y="36576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new array created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392424" y="40965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2 pointer variables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392424" y="453542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Uses O(1) extra space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80760" y="2697480"/>
            <a:ext cx="269748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2697480"/>
            <a:ext cx="269748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0488" y="277977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Why It Matters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27064" y="32186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Memory efficiency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227064" y="36576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 arrays → huge savings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227064" y="40965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Classic interview requirement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227064" y="453542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This is the skill they test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How Swapping Works in Reverse String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Two-pointer swap from both ends toward the center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8321040" cy="822960"/>
          </a:xfrm>
          <a:prstGeom prst="rect">
            <a:avLst/>
          </a:prstGeom>
          <a:solidFill>
            <a:srgbClr val="111827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71600"/>
            <a:ext cx="7955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Place pointer </a:t>
            </a:r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left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 at index 0  and  pointer </a:t>
            </a:r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</a:rPr>
              <a:t>right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 at the last index.  Swap s[left] ↔ s[right],  then move </a:t>
            </a:r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left++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 and </a:t>
            </a:r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</a:rPr>
              <a:t>right--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.  Repeat until 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left &gt;= right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286000"/>
            <a:ext cx="1920240" cy="2103120"/>
          </a:xfrm>
          <a:prstGeom prst="rect">
            <a:avLst/>
          </a:prstGeom>
          <a:solidFill>
            <a:srgbClr val="111827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2359152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State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1228" y="2788920"/>
            <a:ext cx="246888" cy="246888"/>
          </a:xfrm>
          <a:prstGeom prst="rect">
            <a:avLst/>
          </a:prstGeom>
          <a:solidFill>
            <a:srgbClr val="0A3A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" y="27889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1228" y="3063240"/>
            <a:ext cx="246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" y="2788920"/>
            <a:ext cx="246888" cy="246888"/>
          </a:xfrm>
          <a:prstGeom prst="rect">
            <a:avLst/>
          </a:prstGeom>
          <a:solidFill>
            <a:srgbClr val="1E2A3B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4692" y="27889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4692" y="3063240"/>
            <a:ext cx="246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248156" y="2788920"/>
            <a:ext cx="246888" cy="246888"/>
          </a:xfrm>
          <a:prstGeom prst="rect">
            <a:avLst/>
          </a:prstGeom>
          <a:solidFill>
            <a:srgbClr val="1E2A3B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8156" y="27889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48156" y="3063240"/>
            <a:ext cx="246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531620" y="2788920"/>
            <a:ext cx="246888" cy="246888"/>
          </a:xfrm>
          <a:prstGeom prst="rect">
            <a:avLst/>
          </a:prstGeom>
          <a:solidFill>
            <a:srgbClr val="1E2A3B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31620" y="27889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31620" y="3063240"/>
            <a:ext cx="246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15084" y="2788920"/>
            <a:ext cx="246888" cy="246888"/>
          </a:xfrm>
          <a:prstGeom prst="rect">
            <a:avLst/>
          </a:prstGeom>
          <a:solidFill>
            <a:srgbClr val="3A0A1A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15084" y="27889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815084" y="3063240"/>
            <a:ext cx="246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1228" y="3246120"/>
            <a:ext cx="246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15084" y="3246120"/>
            <a:ext cx="246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" y="3794760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swap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468880" y="2286000"/>
            <a:ext cx="1920240" cy="2103120"/>
          </a:xfrm>
          <a:prstGeom prst="rect">
            <a:avLst/>
          </a:prstGeom>
          <a:solidFill>
            <a:srgbClr val="111827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42032" y="2359152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Swap s[0] ↔ s[4]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38628" y="2788920"/>
            <a:ext cx="246888" cy="246888"/>
          </a:xfrm>
          <a:prstGeom prst="rect">
            <a:avLst/>
          </a:prstGeom>
          <a:solidFill>
            <a:srgbClr val="0A3A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38628" y="27889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738628" y="3063240"/>
            <a:ext cx="246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022092" y="2788920"/>
            <a:ext cx="246888" cy="246888"/>
          </a:xfrm>
          <a:prstGeom prst="rect">
            <a:avLst/>
          </a:prstGeom>
          <a:solidFill>
            <a:srgbClr val="1E2A3B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22092" y="27889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022092" y="3063240"/>
            <a:ext cx="246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305556" y="2788920"/>
            <a:ext cx="246888" cy="246888"/>
          </a:xfrm>
          <a:prstGeom prst="rect">
            <a:avLst/>
          </a:prstGeom>
          <a:solidFill>
            <a:srgbClr val="1E2A3B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05556" y="27889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305556" y="3063240"/>
            <a:ext cx="246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589020" y="2788920"/>
            <a:ext cx="246888" cy="246888"/>
          </a:xfrm>
          <a:prstGeom prst="rect">
            <a:avLst/>
          </a:prstGeom>
          <a:solidFill>
            <a:srgbClr val="1E2A3B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89020" y="27889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589020" y="3063240"/>
            <a:ext cx="246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872484" y="2788920"/>
            <a:ext cx="246888" cy="246888"/>
          </a:xfrm>
          <a:prstGeom prst="rect">
            <a:avLst/>
          </a:prstGeom>
          <a:solidFill>
            <a:srgbClr val="3A0A1A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72484" y="27889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872484" y="3063240"/>
            <a:ext cx="246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738628" y="3246120"/>
            <a:ext cx="246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872484" y="3246120"/>
            <a:ext cx="246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862072" y="3520440"/>
            <a:ext cx="1133856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256032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</a:rPr>
              <a:t>⇄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2542032" y="3794760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'h' ↔ 'o'  →  s becomes [o,e,l,l,h]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26280" y="2286000"/>
            <a:ext cx="1920240" cy="2103120"/>
          </a:xfrm>
          <a:prstGeom prst="rect">
            <a:avLst/>
          </a:prstGeom>
          <a:solidFill>
            <a:srgbClr val="111827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99432" y="2359152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Swap s[1] ↔ s[3]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796028" y="2788920"/>
            <a:ext cx="246888" cy="246888"/>
          </a:xfrm>
          <a:prstGeom prst="rect">
            <a:avLst/>
          </a:prstGeom>
          <a:solidFill>
            <a:srgbClr val="1E2A3B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96028" y="27889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4796028" y="3063240"/>
            <a:ext cx="246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079492" y="2788920"/>
            <a:ext cx="246888" cy="246888"/>
          </a:xfrm>
          <a:prstGeom prst="rect">
            <a:avLst/>
          </a:prstGeom>
          <a:solidFill>
            <a:srgbClr val="0A3A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79492" y="27889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5079492" y="3063240"/>
            <a:ext cx="246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362956" y="2788920"/>
            <a:ext cx="246888" cy="246888"/>
          </a:xfrm>
          <a:prstGeom prst="rect">
            <a:avLst/>
          </a:prstGeom>
          <a:solidFill>
            <a:srgbClr val="1E2A3B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62956" y="27889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5362956" y="3063240"/>
            <a:ext cx="246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646420" y="2788920"/>
            <a:ext cx="246888" cy="246888"/>
          </a:xfrm>
          <a:prstGeom prst="rect">
            <a:avLst/>
          </a:prstGeom>
          <a:solidFill>
            <a:srgbClr val="3A0A1A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46420" y="27889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5646420" y="3063240"/>
            <a:ext cx="246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929884" y="2788920"/>
            <a:ext cx="246888" cy="246888"/>
          </a:xfrm>
          <a:prstGeom prst="rect">
            <a:avLst/>
          </a:prstGeom>
          <a:solidFill>
            <a:srgbClr val="1E2A3B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929884" y="27889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5929884" y="3063240"/>
            <a:ext cx="246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079492" y="3246120"/>
            <a:ext cx="246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646420" y="3246120"/>
            <a:ext cx="246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202936" y="3520440"/>
            <a:ext cx="5669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70" name="Text 68"/>
          <p:cNvSpPr/>
          <p:nvPr/>
        </p:nvSpPr>
        <p:spPr>
          <a:xfrm>
            <a:off x="461772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</a:rPr>
              <a:t>⇄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4599432" y="3794760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'e' ↔ 'l'  →  s becomes [o,l,l,e,h]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6583680" y="2286000"/>
            <a:ext cx="1920240" cy="210312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656832" y="2359152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left == right (center)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6853428" y="2788920"/>
            <a:ext cx="246888" cy="246888"/>
          </a:xfrm>
          <a:prstGeom prst="rect">
            <a:avLst/>
          </a:prstGeom>
          <a:solidFill>
            <a:srgbClr val="0A2A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853428" y="27889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6853428" y="3063240"/>
            <a:ext cx="246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7136892" y="2788920"/>
            <a:ext cx="246888" cy="246888"/>
          </a:xfrm>
          <a:prstGeom prst="rect">
            <a:avLst/>
          </a:prstGeom>
          <a:solidFill>
            <a:srgbClr val="0A2A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136892" y="27889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7136892" y="3063240"/>
            <a:ext cx="246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7420356" y="2788920"/>
            <a:ext cx="246888" cy="246888"/>
          </a:xfrm>
          <a:prstGeom prst="rect">
            <a:avLst/>
          </a:prstGeom>
          <a:solidFill>
            <a:srgbClr val="0A2A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420356" y="27889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300" dirty="0"/>
          </a:p>
        </p:txBody>
      </p:sp>
      <p:sp>
        <p:nvSpPr>
          <p:cNvPr id="82" name="Text 80"/>
          <p:cNvSpPr/>
          <p:nvPr/>
        </p:nvSpPr>
        <p:spPr>
          <a:xfrm>
            <a:off x="7420356" y="3063240"/>
            <a:ext cx="246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7703820" y="2788920"/>
            <a:ext cx="246888" cy="246888"/>
          </a:xfrm>
          <a:prstGeom prst="rect">
            <a:avLst/>
          </a:prstGeom>
          <a:solidFill>
            <a:srgbClr val="0A2A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703820" y="27889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300" dirty="0"/>
          </a:p>
        </p:txBody>
      </p:sp>
      <p:sp>
        <p:nvSpPr>
          <p:cNvPr id="85" name="Text 83"/>
          <p:cNvSpPr/>
          <p:nvPr/>
        </p:nvSpPr>
        <p:spPr>
          <a:xfrm>
            <a:off x="7703820" y="3063240"/>
            <a:ext cx="246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7987284" y="2788920"/>
            <a:ext cx="246888" cy="246888"/>
          </a:xfrm>
          <a:prstGeom prst="rect">
            <a:avLst/>
          </a:prstGeom>
          <a:solidFill>
            <a:srgbClr val="0A2A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987284" y="27889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300" dirty="0"/>
          </a:p>
        </p:txBody>
      </p:sp>
      <p:sp>
        <p:nvSpPr>
          <p:cNvPr id="88" name="Text 86"/>
          <p:cNvSpPr/>
          <p:nvPr/>
        </p:nvSpPr>
        <p:spPr>
          <a:xfrm>
            <a:off x="7987284" y="3063240"/>
            <a:ext cx="2468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6656832" y="3794760"/>
            <a:ext cx="177393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element left, no swap needed. DONE ✅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Dry Run — Even Number of Elements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["h","e","l","l","o","w"]  |  6 characters  |  val = 2 swap operations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972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875788" y="1051560"/>
            <a:ext cx="512064" cy="512064"/>
          </a:xfrm>
          <a:prstGeom prst="rect">
            <a:avLst/>
          </a:prstGeom>
          <a:solidFill>
            <a:srgbClr val="0A3A2A"/>
          </a:solidFill>
          <a:ln w="317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75788" y="1051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875788" y="1591056"/>
            <a:ext cx="5120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51860" y="1051560"/>
            <a:ext cx="512064" cy="512064"/>
          </a:xfrm>
          <a:prstGeom prst="rect">
            <a:avLst/>
          </a:prstGeom>
          <a:solidFill>
            <a:srgbClr val="1E2A3B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1860" y="1051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51860" y="1591056"/>
            <a:ext cx="5120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27932" y="1051560"/>
            <a:ext cx="512064" cy="512064"/>
          </a:xfrm>
          <a:prstGeom prst="rect">
            <a:avLst/>
          </a:prstGeom>
          <a:solidFill>
            <a:srgbClr val="1E2A3B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7932" y="1051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27932" y="1591056"/>
            <a:ext cx="5120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04004" y="1051560"/>
            <a:ext cx="512064" cy="512064"/>
          </a:xfrm>
          <a:prstGeom prst="rect">
            <a:avLst/>
          </a:prstGeom>
          <a:solidFill>
            <a:srgbClr val="1E2A3B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4004" y="1051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04004" y="1591056"/>
            <a:ext cx="5120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80076" y="1051560"/>
            <a:ext cx="512064" cy="512064"/>
          </a:xfrm>
          <a:prstGeom prst="rect">
            <a:avLst/>
          </a:prstGeom>
          <a:solidFill>
            <a:srgbClr val="1E2A3B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80076" y="1051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80076" y="1591056"/>
            <a:ext cx="5120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56148" y="1051560"/>
            <a:ext cx="512064" cy="512064"/>
          </a:xfrm>
          <a:prstGeom prst="rect">
            <a:avLst/>
          </a:prstGeom>
          <a:solidFill>
            <a:srgbClr val="3A0A1A"/>
          </a:solidFill>
          <a:ln w="31750">
            <a:solidFill>
              <a:srgbClr val="F43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56148" y="1051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756148" y="1591056"/>
            <a:ext cx="5120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875788" y="1591056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56148" y="1591056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31820" y="1014984"/>
            <a:ext cx="2880360" cy="0"/>
          </a:xfrm>
          <a:prstGeom prst="line">
            <a:avLst/>
          </a:prstGeom>
          <a:noFill/>
          <a:ln w="16510">
            <a:solidFill>
              <a:srgbClr val="F59E0B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3040380" y="841248"/>
            <a:ext cx="3063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 'h' ↔ 'w'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766560" y="10515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left=0, right=5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Compare: left(0) &lt; right(5) → SWAP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196596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875788" y="1920240"/>
            <a:ext cx="512064" cy="512064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75788" y="1920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451860" y="1920240"/>
            <a:ext cx="512064" cy="512064"/>
          </a:xfrm>
          <a:prstGeom prst="rect">
            <a:avLst/>
          </a:prstGeom>
          <a:solidFill>
            <a:srgbClr val="0A3A2A"/>
          </a:solidFill>
          <a:ln w="3175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51860" y="1920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027932" y="1920240"/>
            <a:ext cx="512064" cy="512064"/>
          </a:xfrm>
          <a:prstGeom prst="rect">
            <a:avLst/>
          </a:prstGeom>
          <a:solidFill>
            <a:srgbClr val="1E2A3B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7932" y="1920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4604004" y="1920240"/>
            <a:ext cx="512064" cy="512064"/>
          </a:xfrm>
          <a:prstGeom prst="rect">
            <a:avLst/>
          </a:prstGeom>
          <a:solidFill>
            <a:srgbClr val="1E2A3B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04004" y="1920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180076" y="1920240"/>
            <a:ext cx="512064" cy="512064"/>
          </a:xfrm>
          <a:prstGeom prst="rect">
            <a:avLst/>
          </a:prstGeom>
          <a:solidFill>
            <a:srgbClr val="3A0A1A"/>
          </a:solidFill>
          <a:ln w="31750">
            <a:solidFill>
              <a:srgbClr val="F43F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80076" y="1920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756148" y="1920240"/>
            <a:ext cx="512064" cy="512064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56148" y="1920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3451860" y="2459736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80076" y="2459736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707892" y="1883664"/>
            <a:ext cx="1728216" cy="0"/>
          </a:xfrm>
          <a:prstGeom prst="line">
            <a:avLst/>
          </a:prstGeom>
          <a:noFill/>
          <a:ln w="16510">
            <a:solidFill>
              <a:srgbClr val="F59E0B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3616452" y="1709928"/>
            <a:ext cx="1911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 'e' ↔ 'o'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766560" y="192024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left=1, right=4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Compare: left(1) &lt; right(4) → SWAP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11480" y="283464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875788" y="2788920"/>
            <a:ext cx="512064" cy="512064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75788" y="27889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3451860" y="2788920"/>
            <a:ext cx="512064" cy="512064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51860" y="27889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4027932" y="2788920"/>
            <a:ext cx="512064" cy="512064"/>
          </a:xfrm>
          <a:prstGeom prst="rect">
            <a:avLst/>
          </a:prstGeom>
          <a:solidFill>
            <a:srgbClr val="0A3A2A"/>
          </a:solidFill>
          <a:ln w="3175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027932" y="27889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4604004" y="2788920"/>
            <a:ext cx="512064" cy="512064"/>
          </a:xfrm>
          <a:prstGeom prst="rect">
            <a:avLst/>
          </a:prstGeom>
          <a:solidFill>
            <a:srgbClr val="3A0A1A"/>
          </a:solidFill>
          <a:ln w="31750">
            <a:solidFill>
              <a:srgbClr val="F43F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04004" y="27889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5180076" y="2788920"/>
            <a:ext cx="512064" cy="512064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80076" y="27889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5756148" y="2788920"/>
            <a:ext cx="512064" cy="512064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56148" y="27889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4027932" y="3328416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604004" y="3328416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283964" y="2752344"/>
            <a:ext cx="576072" cy="0"/>
          </a:xfrm>
          <a:prstGeom prst="line">
            <a:avLst/>
          </a:prstGeom>
          <a:noFill/>
          <a:ln w="16510">
            <a:solidFill>
              <a:srgbClr val="F59E0B"/>
            </a:solidFill>
            <a:prstDash val="dash"/>
          </a:ln>
        </p:spPr>
      </p:sp>
      <p:sp>
        <p:nvSpPr>
          <p:cNvPr id="63" name="Text 61"/>
          <p:cNvSpPr/>
          <p:nvPr/>
        </p:nvSpPr>
        <p:spPr>
          <a:xfrm>
            <a:off x="4192524" y="2578608"/>
            <a:ext cx="75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 'l' ↔ 'l'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766560" y="27889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left=2, right=3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Compare: left(2) &lt; right(3) → SWAP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11480" y="37033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2875788" y="3657600"/>
            <a:ext cx="512064" cy="512064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875788" y="3657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3451860" y="3657600"/>
            <a:ext cx="512064" cy="512064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451860" y="3657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4027932" y="3657600"/>
            <a:ext cx="512064" cy="512064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027932" y="3657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4604004" y="3657600"/>
            <a:ext cx="512064" cy="512064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604004" y="3657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5180076" y="3657600"/>
            <a:ext cx="512064" cy="512064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180076" y="3657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800" dirty="0"/>
          </a:p>
        </p:txBody>
      </p:sp>
      <p:sp>
        <p:nvSpPr>
          <p:cNvPr id="76" name="Shape 74"/>
          <p:cNvSpPr/>
          <p:nvPr/>
        </p:nvSpPr>
        <p:spPr>
          <a:xfrm>
            <a:off x="5756148" y="3657600"/>
            <a:ext cx="512064" cy="512064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756148" y="3657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800" dirty="0"/>
          </a:p>
        </p:txBody>
      </p:sp>
      <p:sp>
        <p:nvSpPr>
          <p:cNvPr id="78" name="Shape 76"/>
          <p:cNvSpPr/>
          <p:nvPr/>
        </p:nvSpPr>
        <p:spPr>
          <a:xfrm>
            <a:off x="6720840" y="3639312"/>
            <a:ext cx="2011680" cy="799186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784848" y="3685032"/>
            <a:ext cx="1883664" cy="7296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left=3, right=2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&gt;= right → STOP ✅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 is fully reversed!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411480" y="4224528"/>
            <a:ext cx="8321040" cy="594360"/>
          </a:xfrm>
          <a:prstGeom prst="rect">
            <a:avLst/>
          </a:prstGeom>
          <a:solidFill>
            <a:srgbClr val="111827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48640" y="427024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💡  Even array: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No single middle element exists. All elements are swapped in pairs. Exactly n/2 swaps needed → </a:t>
            </a:r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6/2 = 3 swaps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Dry Run — Odd Number of Elements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["h","e","l","l","o"]  |  5 characters  |  Middle element stays in place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60704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08376" y="1005840"/>
            <a:ext cx="566928" cy="566928"/>
          </a:xfrm>
          <a:prstGeom prst="rect">
            <a:avLst/>
          </a:prstGeom>
          <a:solidFill>
            <a:srgbClr val="0A3A2A"/>
          </a:solidFill>
          <a:ln w="317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08376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008376" y="160020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48456" y="1005840"/>
            <a:ext cx="566928" cy="566928"/>
          </a:xfrm>
          <a:prstGeom prst="rect">
            <a:avLst/>
          </a:prstGeom>
          <a:solidFill>
            <a:srgbClr val="1E2A3B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48456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48456" y="160020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88536" y="1005840"/>
            <a:ext cx="566928" cy="566928"/>
          </a:xfrm>
          <a:prstGeom prst="rect">
            <a:avLst/>
          </a:prstGeom>
          <a:solidFill>
            <a:srgbClr val="1E2A3B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88536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288536" y="160020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28616" y="1005840"/>
            <a:ext cx="566928" cy="566928"/>
          </a:xfrm>
          <a:prstGeom prst="rect">
            <a:avLst/>
          </a:prstGeom>
          <a:solidFill>
            <a:srgbClr val="1E2A3B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28616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928616" y="160020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68696" y="1005840"/>
            <a:ext cx="566928" cy="566928"/>
          </a:xfrm>
          <a:prstGeom prst="rect">
            <a:avLst/>
          </a:prstGeom>
          <a:solidFill>
            <a:srgbClr val="3A0A1A"/>
          </a:solidFill>
          <a:ln w="31750">
            <a:solidFill>
              <a:srgbClr val="F4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68696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568696" y="160020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08376" y="1600200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68696" y="1600200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969264"/>
            <a:ext cx="25603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3200400" y="768096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 'h' ↔ 'o'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84848" y="1042416"/>
            <a:ext cx="19202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left=0, right=4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&lt; right → SWAP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1480" y="2066544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008376" y="2011680"/>
            <a:ext cx="566928" cy="566928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08376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3648456" y="2011680"/>
            <a:ext cx="566928" cy="566928"/>
          </a:xfrm>
          <a:prstGeom prst="rect">
            <a:avLst/>
          </a:prstGeom>
          <a:solidFill>
            <a:srgbClr val="0A3A2A"/>
          </a:solidFill>
          <a:ln w="3175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48456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288536" y="2011680"/>
            <a:ext cx="566928" cy="566928"/>
          </a:xfrm>
          <a:prstGeom prst="rect">
            <a:avLst/>
          </a:prstGeom>
          <a:solidFill>
            <a:srgbClr val="1E2A3B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88536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4928616" y="2011680"/>
            <a:ext cx="566928" cy="566928"/>
          </a:xfrm>
          <a:prstGeom prst="rect">
            <a:avLst/>
          </a:prstGeom>
          <a:solidFill>
            <a:srgbClr val="3A0A1A"/>
          </a:solidFill>
          <a:ln w="31750">
            <a:solidFill>
              <a:srgbClr val="F43F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28616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5568696" y="2011680"/>
            <a:ext cx="566928" cy="566928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68696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3648456" y="2606040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28616" y="2606040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931920" y="1975104"/>
            <a:ext cx="128016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3840480" y="177393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 'e' ↔ 'l'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784848" y="2048256"/>
            <a:ext cx="19202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left=1, right=3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&lt; right → SWAP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11480" y="3072384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008376" y="3017520"/>
            <a:ext cx="566928" cy="566928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08376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3648456" y="3017520"/>
            <a:ext cx="566928" cy="566928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48456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4288536" y="3017520"/>
            <a:ext cx="566928" cy="566928"/>
          </a:xfrm>
          <a:prstGeom prst="rect">
            <a:avLst/>
          </a:prstGeom>
          <a:solidFill>
            <a:srgbClr val="3A2A0A"/>
          </a:solidFill>
          <a:ln w="3175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88536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4928616" y="3017520"/>
            <a:ext cx="566928" cy="566928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8616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5568696" y="3017520"/>
            <a:ext cx="566928" cy="566928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68696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4288536" y="3611880"/>
            <a:ext cx="5669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L=R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(mid)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720840" y="2999232"/>
            <a:ext cx="2011680" cy="905256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84848" y="3054096"/>
            <a:ext cx="19202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left=2, right=2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== right (center!)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swap needed.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11480" y="4078224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008376" y="4023360"/>
            <a:ext cx="566928" cy="566928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008376" y="4023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2000" dirty="0"/>
          </a:p>
        </p:txBody>
      </p:sp>
      <p:sp>
        <p:nvSpPr>
          <p:cNvPr id="59" name="Shape 57"/>
          <p:cNvSpPr/>
          <p:nvPr/>
        </p:nvSpPr>
        <p:spPr>
          <a:xfrm>
            <a:off x="3648456" y="4023360"/>
            <a:ext cx="566928" cy="566928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48456" y="4023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2000" dirty="0"/>
          </a:p>
        </p:txBody>
      </p:sp>
      <p:sp>
        <p:nvSpPr>
          <p:cNvPr id="61" name="Shape 59"/>
          <p:cNvSpPr/>
          <p:nvPr/>
        </p:nvSpPr>
        <p:spPr>
          <a:xfrm>
            <a:off x="4288536" y="4023360"/>
            <a:ext cx="566928" cy="566928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288536" y="4023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2000" dirty="0"/>
          </a:p>
        </p:txBody>
      </p:sp>
      <p:sp>
        <p:nvSpPr>
          <p:cNvPr id="63" name="Shape 61"/>
          <p:cNvSpPr/>
          <p:nvPr/>
        </p:nvSpPr>
        <p:spPr>
          <a:xfrm>
            <a:off x="4928616" y="4023360"/>
            <a:ext cx="566928" cy="566928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28616" y="4023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2000" dirty="0"/>
          </a:p>
        </p:txBody>
      </p:sp>
      <p:sp>
        <p:nvSpPr>
          <p:cNvPr id="65" name="Shape 63"/>
          <p:cNvSpPr/>
          <p:nvPr/>
        </p:nvSpPr>
        <p:spPr>
          <a:xfrm>
            <a:off x="5568696" y="4023360"/>
            <a:ext cx="566928" cy="566928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568696" y="4023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2000" dirty="0"/>
          </a:p>
        </p:txBody>
      </p:sp>
      <p:sp>
        <p:nvSpPr>
          <p:cNvPr id="67" name="Shape 65"/>
          <p:cNvSpPr/>
          <p:nvPr/>
        </p:nvSpPr>
        <p:spPr>
          <a:xfrm>
            <a:off x="6720840" y="4005072"/>
            <a:ext cx="2011680" cy="905256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784848" y="4059936"/>
            <a:ext cx="1920240" cy="82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left=3 &gt; right=1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&gt;= right → STOP ✅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 reversed!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411480" y="4206240"/>
            <a:ext cx="8321040" cy="7772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8640" y="425196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💡  Odd array: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The middle element (index 2 = 'l') never gets swapped — it's already in the correct position! </a:t>
            </a:r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Floor(n/2) swaps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 = floor(5/2) = 2 swaps.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How to Swap Two Elements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different techniques — all work, one is most Pythonic/JS idiomatic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24128"/>
            <a:ext cx="2743200" cy="4069080"/>
          </a:xfrm>
          <a:prstGeom prst="rect">
            <a:avLst/>
          </a:prstGeom>
          <a:solidFill>
            <a:srgbClr val="111827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24128"/>
            <a:ext cx="27432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15568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1A"/>
                </a:solidFill>
              </a:rPr>
              <a:t>Classic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1208" y="1389888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 — Temp Variable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847088"/>
            <a:ext cx="2560320" cy="1051560"/>
          </a:xfrm>
          <a:prstGeom prst="rect">
            <a:avLst/>
          </a:prstGeom>
          <a:solidFill>
            <a:srgbClr val="0A0E1A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901952"/>
            <a:ext cx="23957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temp = s[left];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" y="2231136"/>
            <a:ext cx="23957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s[left] = s[right];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" y="2560320"/>
            <a:ext cx="23957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s[right] = temp;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" y="2999232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97280" y="2999232"/>
            <a:ext cx="329184" cy="329184"/>
          </a:xfrm>
          <a:prstGeom prst="rect">
            <a:avLst/>
          </a:prstGeom>
          <a:solidFill>
            <a:srgbClr val="0A3A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481328" y="2999232"/>
            <a:ext cx="329184" cy="329184"/>
          </a:xfrm>
          <a:prstGeom prst="rect">
            <a:avLst/>
          </a:prstGeom>
          <a:solidFill>
            <a:srgbClr val="3A0A1A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8132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208" y="334670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" y="3593592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97280" y="3593592"/>
            <a:ext cx="329184" cy="329184"/>
          </a:xfrm>
          <a:prstGeom prst="rect">
            <a:avLst/>
          </a:prstGeom>
          <a:solidFill>
            <a:srgbClr val="3A0A1A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3593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481328" y="3593592"/>
            <a:ext cx="329184" cy="329184"/>
          </a:xfrm>
          <a:prstGeom prst="rect">
            <a:avLst/>
          </a:prstGeom>
          <a:solidFill>
            <a:srgbClr val="0A3A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81328" y="3593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1208" y="402336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Clearest intent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Works in ALL languages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for beginners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" y="469087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Uses 1 extra variable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64408" y="1024128"/>
            <a:ext cx="2743200" cy="4069080"/>
          </a:xfrm>
          <a:prstGeom prst="rect">
            <a:avLst/>
          </a:prstGeom>
          <a:solidFill>
            <a:srgbClr val="111827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64408" y="1024128"/>
            <a:ext cx="27432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55848" y="1115568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55848" y="11155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1A"/>
                </a:solidFill>
              </a:rPr>
              <a:t>Clever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74136" y="1389888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 — XOR Swap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355848" y="1847088"/>
            <a:ext cx="2560320" cy="1051560"/>
          </a:xfrm>
          <a:prstGeom prst="rect">
            <a:avLst/>
          </a:prstGeom>
          <a:solidFill>
            <a:srgbClr val="0A0E1A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29000" y="1901952"/>
            <a:ext cx="23957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s[l] ^= s[r].charCodeAt(0)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29000" y="2231136"/>
            <a:ext cx="23957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s[r] ^= s[l].charCodeAt(0)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29000" y="2560320"/>
            <a:ext cx="23957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s[l] ^= s[r].charCodeAt(0)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74136" y="2999232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950208" y="2999232"/>
            <a:ext cx="329184" cy="329184"/>
          </a:xfrm>
          <a:prstGeom prst="rect">
            <a:avLst/>
          </a:prstGeom>
          <a:solidFill>
            <a:srgbClr val="0A3A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5020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334256" y="2999232"/>
            <a:ext cx="329184" cy="329184"/>
          </a:xfrm>
          <a:prstGeom prst="rect">
            <a:avLst/>
          </a:prstGeom>
          <a:solidFill>
            <a:srgbClr val="3A0A1A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34256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374136" y="334670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⇄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374136" y="3593592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950208" y="3593592"/>
            <a:ext cx="329184" cy="329184"/>
          </a:xfrm>
          <a:prstGeom prst="rect">
            <a:avLst/>
          </a:prstGeom>
          <a:solidFill>
            <a:srgbClr val="3A0A1A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50208" y="3593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334256" y="3593592"/>
            <a:ext cx="329184" cy="329184"/>
          </a:xfrm>
          <a:prstGeom prst="rect">
            <a:avLst/>
          </a:prstGeom>
          <a:solidFill>
            <a:srgbClr val="0A3A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34256" y="3593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374136" y="402336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extra variables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Bit manipulation trick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374136" y="469087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⚠ Tricky with strings in JS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recommended here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117336" y="1024128"/>
            <a:ext cx="2743200" cy="4069080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17336" y="1024128"/>
            <a:ext cx="2743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08776" y="1115568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08776" y="11155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1A"/>
                </a:solidFill>
              </a:rPr>
              <a:t>JS/ES6 ✨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227064" y="1389888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3 — Destructure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6208776" y="1847088"/>
            <a:ext cx="2560320" cy="1051560"/>
          </a:xfrm>
          <a:prstGeom prst="rect">
            <a:avLst/>
          </a:prstGeom>
          <a:solidFill>
            <a:srgbClr val="0A0E1A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81928" y="1901952"/>
            <a:ext cx="23957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[s[left], s[right]]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281928" y="2231136"/>
            <a:ext cx="23957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281928" y="2560320"/>
            <a:ext cx="23957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[s[right], s[left]];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227064" y="2999232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803136" y="2999232"/>
            <a:ext cx="329184" cy="329184"/>
          </a:xfrm>
          <a:prstGeom prst="rect">
            <a:avLst/>
          </a:prstGeom>
          <a:solidFill>
            <a:srgbClr val="0A3A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03136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7187184" y="2999232"/>
            <a:ext cx="329184" cy="329184"/>
          </a:xfrm>
          <a:prstGeom prst="rect">
            <a:avLst/>
          </a:prstGeom>
          <a:solidFill>
            <a:srgbClr val="3A0A1A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87184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6227064" y="334670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⇄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6227064" y="3593592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803136" y="3593592"/>
            <a:ext cx="329184" cy="329184"/>
          </a:xfrm>
          <a:prstGeom prst="rect">
            <a:avLst/>
          </a:prstGeom>
          <a:solidFill>
            <a:srgbClr val="3A0A1A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03136" y="3593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7187184" y="3593592"/>
            <a:ext cx="329184" cy="329184"/>
          </a:xfrm>
          <a:prstGeom prst="rect">
            <a:avLst/>
          </a:prstGeom>
          <a:solidFill>
            <a:srgbClr val="0A3A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187184" y="3593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6227064" y="402336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Most concise JS syntax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temp variable needed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Modern &amp; readable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6227064" y="469087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JS / Python only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411480" y="4956048"/>
            <a:ext cx="8321040" cy="256032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1480" y="495604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✨  For LeetCode JS: Use Method 1 (temp var) for clarity, or Method 3 (destructuring) for conciseness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Complete Solution — JavaScript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approaches: classic temp variable &amp; ES6 destructuring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4069080" cy="3840480"/>
          </a:xfrm>
          <a:prstGeom prst="rect">
            <a:avLst/>
          </a:prstGeom>
          <a:solidFill>
            <a:srgbClr val="111827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60120"/>
            <a:ext cx="4069080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6012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 — Temp Variable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408176"/>
            <a:ext cx="38404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/**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1586484"/>
            <a:ext cx="38404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@param {character[]} 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1764792"/>
            <a:ext cx="38404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@return {void}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1943100"/>
            <a:ext cx="38404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*/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2121408"/>
            <a:ext cx="38404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reverseString = function(s) {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2299716"/>
            <a:ext cx="38404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left = 0;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2478024"/>
            <a:ext cx="38404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right = s.length - 1;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2656332"/>
            <a:ext cx="38404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2834640"/>
            <a:ext cx="38404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(left &lt; right) {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" y="3012948"/>
            <a:ext cx="38404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swap using temp var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" y="3191256"/>
            <a:ext cx="38404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temp = s[left];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" y="3369564"/>
            <a:ext cx="38404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s[left]  = s[right];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" y="3547872"/>
            <a:ext cx="38404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s[right] = temp;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3726180"/>
            <a:ext cx="38404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" y="3904488"/>
            <a:ext cx="38404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left++;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" y="4082796"/>
            <a:ext cx="38404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right--;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" y="4261104"/>
            <a:ext cx="38404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" y="4439412"/>
            <a:ext cx="38404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960120"/>
            <a:ext cx="4069080" cy="3840480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960120"/>
            <a:ext cx="406908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96012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 — ES6 Destructuring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73168" y="1408176"/>
            <a:ext cx="38404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/**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73168" y="1586484"/>
            <a:ext cx="38404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@param {character[]} 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73168" y="1764792"/>
            <a:ext cx="38404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@return {void}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73168" y="1943100"/>
            <a:ext cx="38404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*/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73168" y="2121408"/>
            <a:ext cx="38404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reverseString = function(s) {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73168" y="2299716"/>
            <a:ext cx="38404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left = 0;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73168" y="2478024"/>
            <a:ext cx="38404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right = s.length - 1;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73168" y="2656332"/>
            <a:ext cx="38404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73168" y="2834640"/>
            <a:ext cx="38404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(left &lt; right) {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73168" y="3012948"/>
            <a:ext cx="38404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ES6 destructure swap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73168" y="3191256"/>
            <a:ext cx="38404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[s[left], s[right]]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73168" y="3369564"/>
            <a:ext cx="38404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 [s[right], s[left]];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73168" y="3547872"/>
            <a:ext cx="38404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73168" y="3726180"/>
            <a:ext cx="38404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left++;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73168" y="3904488"/>
            <a:ext cx="38404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right--;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73168" y="4082796"/>
            <a:ext cx="38404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73168" y="4261104"/>
            <a:ext cx="38404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No return needed (void)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73168" y="4439412"/>
            <a:ext cx="384048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11480" y="49377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Both solutions are O(n) time, O(1) space. The function returns void — it modifies s in-place.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Time &amp; Space Complexity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String — LeetCode #344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4160520" cy="1691640"/>
          </a:xfrm>
          <a:prstGeom prst="rect">
            <a:avLst/>
          </a:prstGeom>
          <a:solidFill>
            <a:srgbClr val="111827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⏱️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280160" y="102412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335024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O(n)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280160" y="1874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length of input array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960120"/>
            <a:ext cx="4160520" cy="1691640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0584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💾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669280" y="102412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0" y="1335024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O(1)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5669280" y="1874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pointer variables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2788920"/>
            <a:ext cx="4160520" cy="1828800"/>
          </a:xfrm>
          <a:prstGeom prst="rect">
            <a:avLst/>
          </a:prstGeom>
          <a:solidFill>
            <a:srgbClr val="111827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85292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O(n)?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218688"/>
            <a:ext cx="388620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visit each element exactly once.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pointer moves → Right pointer moves ←.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meet in the middle after n/2 steps.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n/2 swaps → O(n/2) = O(n).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00600" y="2788920"/>
            <a:ext cx="4160520" cy="1828800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85292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O(1)?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218688"/>
            <a:ext cx="388620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only: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left pointer (int)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right pointer (int)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 variable (char, optional)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array, no recursion stack.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Movement Visualization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91840" y="5084064"/>
            <a:ext cx="118872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52160" y="5084064"/>
            <a:ext cx="-1188720" cy="0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501091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</a:rPr>
              <a:t>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04688" y="501091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3F5E"/>
                </a:solidFill>
              </a:rPr>
              <a:t>←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LeetCode 344 - Reverse String</dc:title>
  <dc:subject>PptxGenJS Presentation</dc:subject>
  <dc:creator>PptxGenJS</dc:creator>
  <cp:lastModifiedBy>PptxGenJS</cp:lastModifiedBy>
  <cp:revision>1</cp:revision>
  <dcterms:created xsi:type="dcterms:W3CDTF">2026-05-27T01:53:14Z</dcterms:created>
  <dcterms:modified xsi:type="dcterms:W3CDTF">2026-05-27T01:53:14Z</dcterms:modified>
</cp:coreProperties>
</file>
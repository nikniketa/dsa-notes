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12700">
            <a:solidFill>
              <a:srgbClr val="1E23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0"/>
            <a:ext cx="0" cy="5143500"/>
          </a:xfrm>
          <a:prstGeom prst="line">
            <a:avLst/>
          </a:prstGeom>
          <a:noFill/>
          <a:ln w="12700">
            <a:solidFill>
              <a:srgbClr val="1E23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0" y="0"/>
            <a:ext cx="0" cy="5143500"/>
          </a:xfrm>
          <a:prstGeom prst="line">
            <a:avLst/>
          </a:prstGeom>
          <a:noFill/>
          <a:ln w="12700">
            <a:solidFill>
              <a:srgbClr val="1E23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31720" y="0"/>
            <a:ext cx="0" cy="5143500"/>
          </a:xfrm>
          <a:prstGeom prst="line">
            <a:avLst/>
          </a:prstGeom>
          <a:noFill/>
          <a:ln w="12700">
            <a:solidFill>
              <a:srgbClr val="1E23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12700">
            <a:solidFill>
              <a:srgbClr val="1E23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86200" y="0"/>
            <a:ext cx="0" cy="5143500"/>
          </a:xfrm>
          <a:prstGeom prst="line">
            <a:avLst/>
          </a:prstGeom>
          <a:noFill/>
          <a:ln w="12700">
            <a:solidFill>
              <a:srgbClr val="1E23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12700">
            <a:solidFill>
              <a:srgbClr val="1E23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40680" y="0"/>
            <a:ext cx="0" cy="5143500"/>
          </a:xfrm>
          <a:prstGeom prst="line">
            <a:avLst/>
          </a:prstGeom>
          <a:noFill/>
          <a:ln w="12700">
            <a:solidFill>
              <a:srgbClr val="1E23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12700">
            <a:solidFill>
              <a:srgbClr val="1E23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95160" y="0"/>
            <a:ext cx="0" cy="5143500"/>
          </a:xfrm>
          <a:prstGeom prst="line">
            <a:avLst/>
          </a:prstGeom>
          <a:noFill/>
          <a:ln w="12700">
            <a:solidFill>
              <a:srgbClr val="1E23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12700">
            <a:solidFill>
              <a:srgbClr val="1E23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9640" y="0"/>
            <a:ext cx="0" cy="5143500"/>
          </a:xfrm>
          <a:prstGeom prst="line">
            <a:avLst/>
          </a:prstGeom>
          <a:noFill/>
          <a:ln w="12700">
            <a:solidFill>
              <a:srgbClr val="1E23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548640"/>
            <a:ext cx="219456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548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LEETCODE  #26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Remove Duplicates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Sorted Array</a:t>
            </a:r>
            <a:endParaRPr lang="en-US" sz="5200" dirty="0"/>
          </a:p>
        </p:txBody>
      </p:sp>
      <p:sp>
        <p:nvSpPr>
          <p:cNvPr id="18" name="Shape 16"/>
          <p:cNvSpPr/>
          <p:nvPr/>
        </p:nvSpPr>
        <p:spPr>
          <a:xfrm>
            <a:off x="2331720" y="30175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1A1D2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31720" y="3017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Array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886200" y="30175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1A1D2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86200" y="3017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Two Pointers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40680" y="30175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1A1D2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0680" y="3017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Easy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In-Place • Two Pointers • O(n) Time • O(1) Space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Two Pointer Technique Deep Dive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📋  Problem Statement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325880"/>
          </a:xfrm>
          <a:prstGeom prst="rect">
            <a:avLst/>
          </a:prstGeom>
          <a:solidFill>
            <a:srgbClr val="1A1D2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87552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Given an integer array </a:t>
            </a:r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</a:rPr>
              <a:t>nums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 sorted in </a:t>
            </a:r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non-decreasing order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, remove the duplicates </a:t>
            </a:r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in-place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 such that each unique element appears only once.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The relative order must be kept and return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</a:rPr>
              <a:t>k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 — the count of unique elements.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377440"/>
            <a:ext cx="2651760" cy="2468880"/>
          </a:xfrm>
          <a:prstGeom prst="rect">
            <a:avLst/>
          </a:prstGeom>
          <a:solidFill>
            <a:srgbClr val="1A1D2E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37744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423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2926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Non-Decreasing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Each element ≥ previous.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Numbers never go down.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Duplicates are adjacent!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0" y="2377440"/>
            <a:ext cx="2651760" cy="2468880"/>
          </a:xfrm>
          <a:prstGeom prst="rect">
            <a:avLst/>
          </a:prstGeom>
          <a:solidFill>
            <a:srgbClr val="1A1D2E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2377440"/>
            <a:ext cx="265176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2423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200400" y="2926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In-Place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91840" y="333756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Modify original array.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Do NOT create new array.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O(1) extra space only.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35040" y="2377440"/>
            <a:ext cx="2651760" cy="2468880"/>
          </a:xfrm>
          <a:prstGeom prst="rect">
            <a:avLst/>
          </a:prstGeom>
          <a:solidFill>
            <a:srgbClr val="1A1D2E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2377440"/>
            <a:ext cx="2651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2423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035040" y="2926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Return 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26480" y="333756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k = count of unique values.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First k elements = result.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Elements after k don't matter.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🎯  The First k Elements Rule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solidFill>
            <a:srgbClr val="1A1D2E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6012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The first </a:t>
            </a:r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k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 elements of </a:t>
            </a:r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</a:rPr>
              <a:t>nums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 should contain the unique numbers in sorted order.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The remaining elements beyond index </a:t>
            </a:r>
            <a:endParaRPr lang="en-US" sz="15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k - 1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 can be </a:t>
            </a:r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ignored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 — the judge does not check them.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INPUT  nums =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92124" y="192024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2124" y="192024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92124" y="254203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14500" y="192024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14500" y="192024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14500" y="254203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36876" y="192024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36876" y="192024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436876" y="254203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59252" y="192024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9252" y="192024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159252" y="254203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81628" y="192024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81628" y="192024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881628" y="254203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04004" y="192024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04004" y="192024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604004" y="254203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26380" y="192024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26380" y="192024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26380" y="254203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48756" y="192024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48756" y="192024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048756" y="254203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7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71132" y="192024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71132" y="192024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71132" y="254203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8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93508" y="1920240"/>
            <a:ext cx="658368" cy="594360"/>
          </a:xfrm>
          <a:prstGeom prst="rect">
            <a:avLst/>
          </a:prstGeom>
          <a:solidFill>
            <a:srgbClr val="1A1D2E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3508" y="192024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493508" y="254203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9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28346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OUTPUT  nums =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92124" y="2834640"/>
            <a:ext cx="658368" cy="594360"/>
          </a:xfrm>
          <a:prstGeom prst="rect">
            <a:avLst/>
          </a:prstGeom>
          <a:solidFill>
            <a:srgbClr val="0A2A0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2124" y="283464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0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92124" y="345643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714500" y="2834640"/>
            <a:ext cx="658368" cy="594360"/>
          </a:xfrm>
          <a:prstGeom prst="rect">
            <a:avLst/>
          </a:prstGeom>
          <a:solidFill>
            <a:srgbClr val="0A2A0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14500" y="283464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1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714500" y="345643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436876" y="2834640"/>
            <a:ext cx="658368" cy="594360"/>
          </a:xfrm>
          <a:prstGeom prst="rect">
            <a:avLst/>
          </a:prstGeom>
          <a:solidFill>
            <a:srgbClr val="0A2A0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436876" y="283464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2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2436876" y="345643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159252" y="2834640"/>
            <a:ext cx="658368" cy="594360"/>
          </a:xfrm>
          <a:prstGeom prst="rect">
            <a:avLst/>
          </a:prstGeom>
          <a:solidFill>
            <a:srgbClr val="0A2A0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59252" y="283464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3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3159252" y="345643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881628" y="2834640"/>
            <a:ext cx="658368" cy="594360"/>
          </a:xfrm>
          <a:prstGeom prst="rect">
            <a:avLst/>
          </a:prstGeom>
          <a:solidFill>
            <a:srgbClr val="0A2A0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81628" y="283464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4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3881628" y="345643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604004" y="2834640"/>
            <a:ext cx="658368" cy="594360"/>
          </a:xfrm>
          <a:prstGeom prst="rect">
            <a:avLst/>
          </a:prstGeom>
          <a:solidFill>
            <a:srgbClr val="1A0A0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04004" y="283464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_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4604004" y="345643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5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326380" y="2834640"/>
            <a:ext cx="658368" cy="594360"/>
          </a:xfrm>
          <a:prstGeom prst="rect">
            <a:avLst/>
          </a:prstGeom>
          <a:solidFill>
            <a:srgbClr val="1A0A0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26380" y="283464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_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5326380" y="345643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6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048756" y="2834640"/>
            <a:ext cx="658368" cy="594360"/>
          </a:xfrm>
          <a:prstGeom prst="rect">
            <a:avLst/>
          </a:prstGeom>
          <a:solidFill>
            <a:srgbClr val="1A0A0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048756" y="283464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_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6048756" y="345643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7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771132" y="2834640"/>
            <a:ext cx="658368" cy="594360"/>
          </a:xfrm>
          <a:prstGeom prst="rect">
            <a:avLst/>
          </a:prstGeom>
          <a:solidFill>
            <a:srgbClr val="1A0A0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71132" y="283464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_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6771132" y="345643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8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7493508" y="2834640"/>
            <a:ext cx="658368" cy="594360"/>
          </a:xfrm>
          <a:prstGeom prst="rect">
            <a:avLst/>
          </a:prstGeom>
          <a:solidFill>
            <a:srgbClr val="1A0A0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493508" y="283464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_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7493508" y="345643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9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992124" y="3703320"/>
            <a:ext cx="3547872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92124" y="3657600"/>
            <a:ext cx="0" cy="9144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539996" y="3657600"/>
            <a:ext cx="0" cy="9144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92124" y="37490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</a:rPr>
              <a:t>first k = 5 elements  (judge checks these)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4604004" y="3703320"/>
            <a:ext cx="3547872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604004" y="3657600"/>
            <a:ext cx="0" cy="9144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151876" y="3657600"/>
            <a:ext cx="0" cy="9144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466844" y="3749040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F4444"/>
                </a:solidFill>
              </a:rPr>
              <a:t>ignored (index k to end)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365760" y="4160520"/>
            <a:ext cx="8412480" cy="777240"/>
          </a:xfrm>
          <a:prstGeom prst="rect">
            <a:avLst/>
          </a:prstGeom>
          <a:solidFill>
            <a:srgbClr val="0A1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48640" y="42062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</a:rPr>
              <a:t>💡  Key insight: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You only need to place the 5 unique values in the first 5 slots.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    Indices 5–9 after the algorithm? </a:t>
            </a:r>
            <a:endParaRPr lang="en-US" sz="1350" dirty="0"/>
          </a:p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</a:rPr>
              <a:t>Doesn't matter at all — the judge never looks there!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📈  What Is Non-Decreasing?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023360" cy="3931920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Non-Decreasing Means: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347472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630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nums[i] ≤ nums[i+1]  for all 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B981"/>
                </a:solidFill>
              </a:rPr>
              <a:t>✅ 1, 1, 2, 3, 3, 4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94360" y="249631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valid — duplicates allowed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B981"/>
                </a:solidFill>
              </a:rPr>
              <a:t>✅ 1, 2, 3, 4, 5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94360" y="309067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valid — strictly increasing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429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B981"/>
                </a:solidFill>
              </a:rPr>
              <a:t>✅ 5, 5, 5, 5, 5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94360" y="3685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valid — all same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4023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4444"/>
                </a:solidFill>
              </a:rPr>
              <a:t>❌ 1, 3, 2, 4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94360" y="42793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invalid — 3 &gt; 2 (decreasing)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914400"/>
            <a:ext cx="4114800" cy="3931920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005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</a:rPr>
              <a:t>Array Visualized: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00600" y="4389120"/>
            <a:ext cx="310896" cy="137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4133088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4572000"/>
            <a:ext cx="310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48072" y="4389120"/>
            <a:ext cx="310896" cy="137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48072" y="4133088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48072" y="4572000"/>
            <a:ext cx="310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95544" y="4023360"/>
            <a:ext cx="310896" cy="5029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95544" y="3767328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95544" y="4572000"/>
            <a:ext cx="310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43016" y="4023360"/>
            <a:ext cx="310896" cy="5029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43016" y="3767328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43016" y="4572000"/>
            <a:ext cx="310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90488" y="4023360"/>
            <a:ext cx="310896" cy="5029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0488" y="3767328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90488" y="4572000"/>
            <a:ext cx="310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37960" y="3520440"/>
            <a:ext cx="310896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3264408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37960" y="4572000"/>
            <a:ext cx="310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5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85432" y="3520440"/>
            <a:ext cx="310896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85432" y="3264408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85432" y="4572000"/>
            <a:ext cx="310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6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232904" y="3017520"/>
            <a:ext cx="310896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32904" y="2761488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232904" y="4572000"/>
            <a:ext cx="310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7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580376" y="3017520"/>
            <a:ext cx="310896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80376" y="2761488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580376" y="4572000"/>
            <a:ext cx="310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8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927848" y="2514600"/>
            <a:ext cx="310896" cy="2011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27848" y="2258568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927848" y="4572000"/>
            <a:ext cx="310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9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54880" y="4526280"/>
            <a:ext cx="3749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48006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index →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75488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 0, 1, 1, 1, 2, 2, 3, 3, 4]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🔧  In-Place Modification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31920" cy="3840480"/>
          </a:xfrm>
          <a:prstGeom prst="rect">
            <a:avLst/>
          </a:prstGeom>
          <a:solidFill>
            <a:srgbClr val="1A0A0A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F4444"/>
                </a:solidFill>
              </a:rPr>
              <a:t>❌  Wrong Way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Create a new array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3566160" cy="1600200"/>
          </a:xfrm>
          <a:prstGeom prst="rect">
            <a:avLst/>
          </a:prstGeom>
          <a:solidFill>
            <a:srgbClr val="0D0D0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65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[]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2677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num in nums: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56946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num not in result: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8712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result.append(num)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1729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result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639312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621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3621024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Creates O(n) extra memory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" y="4032504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0142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✗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4014216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Doesn't modify original array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" y="4425696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407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✗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440740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Against problem constraints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846320" y="960120"/>
            <a:ext cx="3931920" cy="3840480"/>
          </a:xfrm>
          <a:prstGeom prst="rect">
            <a:avLst/>
          </a:prstGeom>
          <a:solidFill>
            <a:srgbClr val="0A1A0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B981"/>
                </a:solidFill>
              </a:rPr>
              <a:t>✅  Correct Way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93776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Modify nums in-place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83480" y="1874520"/>
            <a:ext cx="3566160" cy="1920240"/>
          </a:xfrm>
          <a:prstGeom prst="rect">
            <a:avLst/>
          </a:prstGeom>
          <a:solidFill>
            <a:srgbClr val="0D0D0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19385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1  # slow pointer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120640" y="2240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fast in range(1, len):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120640" y="25420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nums[fast] != nums[k-1]: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120640" y="284378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nums[k] = nums[fast]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120640" y="314553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 += 1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120640" y="34472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k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29200" y="39044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B981"/>
                </a:solidFill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03520" y="3895344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O(1) extra space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029200" y="4297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B981"/>
                </a:solidFill>
              </a:rPr>
              <a:t>✓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03520" y="4288536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Modifies original array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029200" y="46908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B981"/>
                </a:solidFill>
              </a:rPr>
              <a:t>✓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03520" y="468172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Follows constraints exactly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434840" y="1097280"/>
            <a:ext cx="0" cy="3474720"/>
          </a:xfrm>
          <a:prstGeom prst="line">
            <a:avLst/>
          </a:prstGeom>
          <a:noFill/>
          <a:ln w="12700">
            <a:solidFill>
              <a:srgbClr val="334155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4251960" y="2560320"/>
            <a:ext cx="640080" cy="457200"/>
          </a:xfrm>
          <a:prstGeom prst="rect">
            <a:avLst/>
          </a:prstGeom>
          <a:solidFill>
            <a:srgbClr val="0F111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VS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💡  Two Pointer Strategy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777240"/>
          </a:xfrm>
          <a:prstGeom prst="rect">
            <a:avLst/>
          </a:prstGeom>
          <a:solidFill>
            <a:srgbClr val="1A1D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</a:rPr>
              <a:t>slow (k)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  tracks position to place next unique element  |  </a:t>
            </a:r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fast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  scans ahead looking for new values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2697480" cy="2971800"/>
          </a:xfrm>
          <a:prstGeom prst="rect">
            <a:avLst/>
          </a:prstGeom>
          <a:solidFill>
            <a:srgbClr val="1A1D2E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38528"/>
            <a:ext cx="502920" cy="5029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24128" y="199339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82F6"/>
                </a:solidFill>
              </a:rPr>
              <a:t>Initialize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5488" y="2487168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Set slow pointer k = 1.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First element is always unique.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Start fast from index 1.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5488" y="3639312"/>
            <a:ext cx="2468880" cy="822960"/>
          </a:xfrm>
          <a:prstGeom prst="rect">
            <a:avLst/>
          </a:prstGeom>
          <a:solidFill>
            <a:srgbClr val="0D0D0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675888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k = 1;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fast = 1;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1874520"/>
            <a:ext cx="2697480" cy="2971800"/>
          </a:xfrm>
          <a:prstGeom prst="rect">
            <a:avLst/>
          </a:prstGeom>
          <a:solidFill>
            <a:srgbClr val="1A1D2E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938528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58768" y="199339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</a:rPr>
              <a:t>Scan &amp; Compare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310128" y="2487168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For each fast pointer: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Compare nums[fast] with nums[k-1].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Are they different?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310128" y="3639312"/>
            <a:ext cx="2468880" cy="822960"/>
          </a:xfrm>
          <a:prstGeom prst="rect">
            <a:avLst/>
          </a:prstGeom>
          <a:solidFill>
            <a:srgbClr val="0D0D0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3675888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nums[fast] !== nums[k - 1]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1874520"/>
            <a:ext cx="2697480" cy="2971800"/>
          </a:xfrm>
          <a:prstGeom prst="rect">
            <a:avLst/>
          </a:prstGeom>
          <a:solidFill>
            <a:srgbClr val="1A1D2E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1938528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93408" y="199339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</a:rPr>
              <a:t>Place Unique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144768" y="2487168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If different → new unique found!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Copy nums[fast] → nums[k]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Advance k by 1.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44768" y="3639312"/>
            <a:ext cx="2468880" cy="822960"/>
          </a:xfrm>
          <a:prstGeom prst="rect">
            <a:avLst/>
          </a:prstGeom>
          <a:solidFill>
            <a:srgbClr val="0D0D0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675888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nums[k] = nums[fast];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k++;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163824" y="3337560"/>
            <a:ext cx="20116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98464" y="3337560"/>
            <a:ext cx="20116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🔍  Dry Run: Step 1 of 11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097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764771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" y="1298448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4A3B8"/>
                </a:solidFill>
              </a:rPr>
              <a:t>nums =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5097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82496" y="1188720"/>
            <a:ext cx="658368" cy="658368"/>
          </a:xfrm>
          <a:prstGeom prst="rect">
            <a:avLst/>
          </a:prstGeom>
          <a:solidFill>
            <a:srgbClr val="1A1A00"/>
          </a:solidFill>
          <a:ln w="317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8249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8249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1401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1401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41401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4553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4553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14553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7705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7705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87705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0857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0857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60857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4009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009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4009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7161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7161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07161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7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0313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0313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80313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8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53465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3465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53465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9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011680" y="2459736"/>
            <a:ext cx="0" cy="-201168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636776" y="2185416"/>
            <a:ext cx="749808" cy="301752"/>
          </a:xfrm>
          <a:prstGeom prst="rect">
            <a:avLst/>
          </a:prstGeom>
          <a:solidFill>
            <a:srgbClr val="0A2A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36776" y="2185416"/>
            <a:ext cx="749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k=1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5760" y="2834640"/>
            <a:ext cx="3931920" cy="2057400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Current State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48640" y="3337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slow (k):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2834640" y="3337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1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48640" y="3639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fast: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2834640" y="36393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1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48640" y="39410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k − 1 value: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2834640" y="394106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0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48640" y="424281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fast value: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2834640" y="424281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0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48640" y="45445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Unique count: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2834640" y="45445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1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4663440" y="2834640"/>
            <a:ext cx="4114800" cy="2057400"/>
          </a:xfrm>
          <a:prstGeom prst="rect">
            <a:avLst/>
          </a:prstGeom>
          <a:solidFill>
            <a:srgbClr val="1A1D2E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00600" y="29260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Action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8006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56" name="Text 54"/>
          <p:cNvSpPr/>
          <p:nvPr/>
        </p:nvSpPr>
        <p:spPr>
          <a:xfrm>
            <a:off x="5257800" y="327355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Initialize pointers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4800600" y="38404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let k = 1  // slow pointer starts at index 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for (let fast = 1; fast &lt; nums.length; fast++)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First element nums[0]=0 is always unique.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640080" y="4690872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59536" y="46542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Unique (confirmed)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474720" y="4690872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94176" y="46542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Slow pointer (k)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309360" y="4690872"/>
            <a:ext cx="164592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28816" y="46542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Fast pointer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🔍  Dry Run: Step 2 of 11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097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1529542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" y="1298448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4A3B8"/>
                </a:solidFill>
              </a:rPr>
              <a:t>nums =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5097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82496" y="1188720"/>
            <a:ext cx="658368" cy="658368"/>
          </a:xfrm>
          <a:prstGeom prst="rect">
            <a:avLst/>
          </a:prstGeom>
          <a:solidFill>
            <a:srgbClr val="0A2A4A"/>
          </a:solidFill>
          <a:ln w="3175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8249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8249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14016" y="1188720"/>
            <a:ext cx="658368" cy="658368"/>
          </a:xfrm>
          <a:prstGeom prst="rect">
            <a:avLst/>
          </a:prstGeom>
          <a:solidFill>
            <a:srgbClr val="2D1500"/>
          </a:solidFill>
          <a:ln w="3175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1401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41401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4553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4553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14553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7705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7705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87705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0857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0857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60857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4009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009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4009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7161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7161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07161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7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0313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0313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80313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8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53465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3465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53465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9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011680" y="2459736"/>
            <a:ext cx="0" cy="-201168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636776" y="2185416"/>
            <a:ext cx="749808" cy="301752"/>
          </a:xfrm>
          <a:prstGeom prst="rect">
            <a:avLst/>
          </a:prstGeom>
          <a:solidFill>
            <a:srgbClr val="0A2A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36776" y="2185416"/>
            <a:ext cx="749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k=1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743200" y="2871216"/>
            <a:ext cx="0" cy="-201168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368296" y="2596896"/>
            <a:ext cx="749808" cy="301752"/>
          </a:xfrm>
          <a:prstGeom prst="rect">
            <a:avLst/>
          </a:prstGeom>
          <a:solidFill>
            <a:srgbClr val="2D15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68296" y="2596896"/>
            <a:ext cx="749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f=2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2834640"/>
            <a:ext cx="3931920" cy="2057400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Current State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48640" y="3337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slow (k):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2834640" y="3337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1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48640" y="3639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fast: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2834640" y="36393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2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48640" y="39410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k − 1 value: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2834640" y="394106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0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48640" y="424281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fast value: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2834640" y="424281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1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48640" y="45445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Unique count: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2834640" y="45445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1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4663440" y="2834640"/>
            <a:ext cx="4114800" cy="2057400"/>
          </a:xfrm>
          <a:prstGeom prst="rect">
            <a:avLst/>
          </a:prstGeom>
          <a:solidFill>
            <a:srgbClr val="1A1D2E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00600" y="29260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Action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48006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⏭️</a:t>
            </a:r>
            <a:endParaRPr lang="en-US" sz="2400" dirty="0"/>
          </a:p>
        </p:txBody>
      </p:sp>
      <p:sp>
        <p:nvSpPr>
          <p:cNvPr id="59" name="Text 57"/>
          <p:cNvSpPr/>
          <p:nvPr/>
        </p:nvSpPr>
        <p:spPr>
          <a:xfrm>
            <a:off x="5257800" y="327355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Duplicate: 0 skipped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4800600" y="38404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nums[1]=0 = nums[k-1]=0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Duplicate detected — skip!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k stays at 1, fast moves on.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640080" y="4690872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9536" y="46542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Unique (confirmed)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474720" y="4690872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94176" y="46542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Slow pointer (k)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309360" y="4690872"/>
            <a:ext cx="164592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28816" y="46542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Fast pointer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🔍  Dry Run: Step 3 of 11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097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2294313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" y="1298448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4A3B8"/>
                </a:solidFill>
              </a:rPr>
              <a:t>nums =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5097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8249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8249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8249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14016" y="1188720"/>
            <a:ext cx="658368" cy="658368"/>
          </a:xfrm>
          <a:prstGeom prst="rect">
            <a:avLst/>
          </a:prstGeom>
          <a:solidFill>
            <a:srgbClr val="0A2A4A"/>
          </a:solidFill>
          <a:ln w="3175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1401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41401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45536" y="1188720"/>
            <a:ext cx="658368" cy="658368"/>
          </a:xfrm>
          <a:prstGeom prst="rect">
            <a:avLst/>
          </a:prstGeom>
          <a:solidFill>
            <a:srgbClr val="2D1500"/>
          </a:solidFill>
          <a:ln w="3175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4553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14553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7705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7705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87705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0857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0857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60857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4009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009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4009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7161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7161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07161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7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0313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0313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80313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8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53465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3465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53465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9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0" y="2459736"/>
            <a:ext cx="0" cy="-201168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68296" y="2185416"/>
            <a:ext cx="749808" cy="301752"/>
          </a:xfrm>
          <a:prstGeom prst="rect">
            <a:avLst/>
          </a:prstGeom>
          <a:solidFill>
            <a:srgbClr val="0A2A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68296" y="2185416"/>
            <a:ext cx="749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k=2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474720" y="2871216"/>
            <a:ext cx="0" cy="-201168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99816" y="2596896"/>
            <a:ext cx="749808" cy="301752"/>
          </a:xfrm>
          <a:prstGeom prst="rect">
            <a:avLst/>
          </a:prstGeom>
          <a:solidFill>
            <a:srgbClr val="2D15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99816" y="2596896"/>
            <a:ext cx="749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f=3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2834640"/>
            <a:ext cx="3931920" cy="2057400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Current State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48640" y="3337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slow (k):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2834640" y="3337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2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48640" y="3639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fast: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2834640" y="36393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3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48640" y="39410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k − 1 value: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2834640" y="394106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0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48640" y="424281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fast value: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2834640" y="424281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1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48640" y="45445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Unique count: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2834640" y="45445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2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4663440" y="2834640"/>
            <a:ext cx="4114800" cy="2057400"/>
          </a:xfrm>
          <a:prstGeom prst="rect">
            <a:avLst/>
          </a:prstGeom>
          <a:solidFill>
            <a:srgbClr val="1A1D2E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00600" y="29260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Action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48006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59" name="Text 57"/>
          <p:cNvSpPr/>
          <p:nvPr/>
        </p:nvSpPr>
        <p:spPr>
          <a:xfrm>
            <a:off x="5257800" y="327355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New unique: 1 found!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4800600" y="38404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nums[2]=1 ≠ nums[1-1]=0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Copied nums[1] = 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Advanced k to 2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640080" y="4690872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9536" y="46542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Unique (confirmed)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474720" y="4690872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94176" y="46542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Slow pointer (k)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309360" y="4690872"/>
            <a:ext cx="164592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28816" y="46542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Fast pointer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🔍  Dry Run: Step 4 of 11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097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3059084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" y="1298448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4A3B8"/>
                </a:solidFill>
              </a:rPr>
              <a:t>nums =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5097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8249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8249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8249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14016" y="1188720"/>
            <a:ext cx="658368" cy="658368"/>
          </a:xfrm>
          <a:prstGeom prst="rect">
            <a:avLst/>
          </a:prstGeom>
          <a:solidFill>
            <a:srgbClr val="0A2A4A"/>
          </a:solidFill>
          <a:ln w="3175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1401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41401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4553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4553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14553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77056" y="1188720"/>
            <a:ext cx="658368" cy="658368"/>
          </a:xfrm>
          <a:prstGeom prst="rect">
            <a:avLst/>
          </a:prstGeom>
          <a:solidFill>
            <a:srgbClr val="2D1500"/>
          </a:solidFill>
          <a:ln w="3175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7705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87705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0857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0857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60857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4009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009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4009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7161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7161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07161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7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0313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0313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80313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8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53465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3465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53465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9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0" y="2459736"/>
            <a:ext cx="0" cy="-201168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68296" y="2185416"/>
            <a:ext cx="749808" cy="301752"/>
          </a:xfrm>
          <a:prstGeom prst="rect">
            <a:avLst/>
          </a:prstGeom>
          <a:solidFill>
            <a:srgbClr val="0A2A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68296" y="2185416"/>
            <a:ext cx="749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k=2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206240" y="2871216"/>
            <a:ext cx="0" cy="-201168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31336" y="2596896"/>
            <a:ext cx="749808" cy="301752"/>
          </a:xfrm>
          <a:prstGeom prst="rect">
            <a:avLst/>
          </a:prstGeom>
          <a:solidFill>
            <a:srgbClr val="2D15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31336" y="2596896"/>
            <a:ext cx="749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f=4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2834640"/>
            <a:ext cx="3931920" cy="2057400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Current State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48640" y="3337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slow (k):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2834640" y="3337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2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48640" y="3639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fast: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2834640" y="36393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4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48640" y="39410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k − 1 value: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2834640" y="394106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0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48640" y="424281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fast value: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2834640" y="424281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1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48640" y="45445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Unique count: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2834640" y="45445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2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4663440" y="2834640"/>
            <a:ext cx="4114800" cy="2057400"/>
          </a:xfrm>
          <a:prstGeom prst="rect">
            <a:avLst/>
          </a:prstGeom>
          <a:solidFill>
            <a:srgbClr val="1A1D2E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00600" y="29260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Action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48006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⏭️</a:t>
            </a:r>
            <a:endParaRPr lang="en-US" sz="2400" dirty="0"/>
          </a:p>
        </p:txBody>
      </p:sp>
      <p:sp>
        <p:nvSpPr>
          <p:cNvPr id="59" name="Text 57"/>
          <p:cNvSpPr/>
          <p:nvPr/>
        </p:nvSpPr>
        <p:spPr>
          <a:xfrm>
            <a:off x="5257800" y="327355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Duplicate: 1 skipped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4800600" y="38404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nums[3]=1 = nums[k-1]=0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Duplicate detected — skip!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k stays at 2, fast moves on.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640080" y="4690872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9536" y="46542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Unique (confirmed)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474720" y="4690872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94176" y="46542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Slow pointer (k)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309360" y="4690872"/>
            <a:ext cx="164592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28816" y="46542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Fast pointer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🔍  Dry Run: Step 5 of 11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097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3823855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" y="1298448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4A3B8"/>
                </a:solidFill>
              </a:rPr>
              <a:t>nums =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5097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8249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8249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8249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14016" y="1188720"/>
            <a:ext cx="658368" cy="658368"/>
          </a:xfrm>
          <a:prstGeom prst="rect">
            <a:avLst/>
          </a:prstGeom>
          <a:solidFill>
            <a:srgbClr val="0A2A4A"/>
          </a:solidFill>
          <a:ln w="3175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1401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41401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4553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4553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14553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7705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7705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87705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08576" y="1188720"/>
            <a:ext cx="658368" cy="658368"/>
          </a:xfrm>
          <a:prstGeom prst="rect">
            <a:avLst/>
          </a:prstGeom>
          <a:solidFill>
            <a:srgbClr val="2D1500"/>
          </a:solidFill>
          <a:ln w="3175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0857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60857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4009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009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4009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7161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7161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07161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7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0313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0313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80313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8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53465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3465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53465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9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0" y="2459736"/>
            <a:ext cx="0" cy="-201168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68296" y="2185416"/>
            <a:ext cx="749808" cy="301752"/>
          </a:xfrm>
          <a:prstGeom prst="rect">
            <a:avLst/>
          </a:prstGeom>
          <a:solidFill>
            <a:srgbClr val="0A2A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68296" y="2185416"/>
            <a:ext cx="749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k=2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937760" y="2871216"/>
            <a:ext cx="0" cy="-201168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62856" y="2596896"/>
            <a:ext cx="749808" cy="301752"/>
          </a:xfrm>
          <a:prstGeom prst="rect">
            <a:avLst/>
          </a:prstGeom>
          <a:solidFill>
            <a:srgbClr val="2D15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62856" y="2596896"/>
            <a:ext cx="749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f=5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2834640"/>
            <a:ext cx="3931920" cy="2057400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Current State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48640" y="3337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slow (k):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2834640" y="3337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2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48640" y="3639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fast: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2834640" y="36393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5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48640" y="39410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k − 1 value: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2834640" y="394106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0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48640" y="424281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fast value: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2834640" y="424281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2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48640" y="45445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Unique count: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2834640" y="45445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2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4663440" y="2834640"/>
            <a:ext cx="4114800" cy="2057400"/>
          </a:xfrm>
          <a:prstGeom prst="rect">
            <a:avLst/>
          </a:prstGeom>
          <a:solidFill>
            <a:srgbClr val="1A1D2E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00600" y="29260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Action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48006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⏭️</a:t>
            </a:r>
            <a:endParaRPr lang="en-US" sz="2400" dirty="0"/>
          </a:p>
        </p:txBody>
      </p:sp>
      <p:sp>
        <p:nvSpPr>
          <p:cNvPr id="59" name="Text 57"/>
          <p:cNvSpPr/>
          <p:nvPr/>
        </p:nvSpPr>
        <p:spPr>
          <a:xfrm>
            <a:off x="5257800" y="327355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Duplicate: 1 skipped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4800600" y="38404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nums[4]=1 = nums[k-1]=0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Duplicate detected — skip!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k stays at 2, fast moves on.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640080" y="4690872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9536" y="46542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Unique (confirmed)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474720" y="4690872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94176" y="46542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Slow pointer (k)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309360" y="4690872"/>
            <a:ext cx="164592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28816" y="46542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Fast pointer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🔍  Dry Run: Step 6 of 11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097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4588625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" y="1298448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4A3B8"/>
                </a:solidFill>
              </a:rPr>
              <a:t>nums =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5097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8249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8249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8249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1401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1401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41401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45536" y="1188720"/>
            <a:ext cx="658368" cy="658368"/>
          </a:xfrm>
          <a:prstGeom prst="rect">
            <a:avLst/>
          </a:prstGeom>
          <a:solidFill>
            <a:srgbClr val="0A2A4A"/>
          </a:solidFill>
          <a:ln w="3175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4553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14553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7705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7705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87705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0857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0857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60857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40096" y="1188720"/>
            <a:ext cx="658368" cy="658368"/>
          </a:xfrm>
          <a:prstGeom prst="rect">
            <a:avLst/>
          </a:prstGeom>
          <a:solidFill>
            <a:srgbClr val="2D1500"/>
          </a:solidFill>
          <a:ln w="3175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009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4009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7161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7161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07161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7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0313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0313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80313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8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53465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3465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53465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9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474720" y="2459736"/>
            <a:ext cx="0" cy="-201168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99816" y="2185416"/>
            <a:ext cx="749808" cy="301752"/>
          </a:xfrm>
          <a:prstGeom prst="rect">
            <a:avLst/>
          </a:prstGeom>
          <a:solidFill>
            <a:srgbClr val="0A2A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99816" y="2185416"/>
            <a:ext cx="749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k=3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669280" y="2871216"/>
            <a:ext cx="0" cy="-201168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294376" y="2596896"/>
            <a:ext cx="749808" cy="301752"/>
          </a:xfrm>
          <a:prstGeom prst="rect">
            <a:avLst/>
          </a:prstGeom>
          <a:solidFill>
            <a:srgbClr val="2D15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94376" y="2596896"/>
            <a:ext cx="749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f=6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2834640"/>
            <a:ext cx="3931920" cy="2057400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Current State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48640" y="3337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slow (k):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2834640" y="3337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3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48640" y="3639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fast: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2834640" y="36393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6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48640" y="39410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k − 1 value: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2834640" y="394106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1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48640" y="424281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fast value: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2834640" y="424281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2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48640" y="45445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Unique count: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2834640" y="45445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3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4663440" y="2834640"/>
            <a:ext cx="4114800" cy="2057400"/>
          </a:xfrm>
          <a:prstGeom prst="rect">
            <a:avLst/>
          </a:prstGeom>
          <a:solidFill>
            <a:srgbClr val="1A1D2E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00600" y="29260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Action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48006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59" name="Text 57"/>
          <p:cNvSpPr/>
          <p:nvPr/>
        </p:nvSpPr>
        <p:spPr>
          <a:xfrm>
            <a:off x="5257800" y="327355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New unique: 2 found!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4800600" y="38404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nums[5]=2 ≠ nums[4-1]=0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Copied nums[2] = 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Advanced k to 3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640080" y="4690872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9536" y="46542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Unique (confirmed)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474720" y="4690872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94176" y="46542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Slow pointer (k)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309360" y="4690872"/>
            <a:ext cx="164592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28816" y="46542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Fast pointer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🔍  Dry Run: Step 7 of 11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097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5353396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" y="1298448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4A3B8"/>
                </a:solidFill>
              </a:rPr>
              <a:t>nums =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5097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8249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8249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8249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1401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1401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41401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45536" y="1188720"/>
            <a:ext cx="658368" cy="658368"/>
          </a:xfrm>
          <a:prstGeom prst="rect">
            <a:avLst/>
          </a:prstGeom>
          <a:solidFill>
            <a:srgbClr val="0A2A4A"/>
          </a:solidFill>
          <a:ln w="3175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4553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14553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7705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7705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87705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0857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0857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60857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4009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009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4009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71616" y="1188720"/>
            <a:ext cx="658368" cy="658368"/>
          </a:xfrm>
          <a:prstGeom prst="rect">
            <a:avLst/>
          </a:prstGeom>
          <a:solidFill>
            <a:srgbClr val="2D1500"/>
          </a:solidFill>
          <a:ln w="3175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7161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07161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7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0313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0313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80313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8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53465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3465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53465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9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474720" y="2459736"/>
            <a:ext cx="0" cy="-201168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99816" y="2185416"/>
            <a:ext cx="749808" cy="301752"/>
          </a:xfrm>
          <a:prstGeom prst="rect">
            <a:avLst/>
          </a:prstGeom>
          <a:solidFill>
            <a:srgbClr val="0A2A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99816" y="2185416"/>
            <a:ext cx="749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k=3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0" y="2871216"/>
            <a:ext cx="0" cy="-201168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25896" y="2596896"/>
            <a:ext cx="749808" cy="301752"/>
          </a:xfrm>
          <a:prstGeom prst="rect">
            <a:avLst/>
          </a:prstGeom>
          <a:solidFill>
            <a:srgbClr val="2D15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25896" y="2596896"/>
            <a:ext cx="749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f=7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2834640"/>
            <a:ext cx="3931920" cy="2057400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Current State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48640" y="3337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slow (k):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2834640" y="3337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3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48640" y="3639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fast: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2834640" y="36393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7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48640" y="39410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k − 1 value: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2834640" y="394106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1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48640" y="424281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fast value: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2834640" y="424281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3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48640" y="45445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Unique count: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2834640" y="45445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3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4663440" y="2834640"/>
            <a:ext cx="4114800" cy="2057400"/>
          </a:xfrm>
          <a:prstGeom prst="rect">
            <a:avLst/>
          </a:prstGeom>
          <a:solidFill>
            <a:srgbClr val="1A1D2E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00600" y="29260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Action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48006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⏭️</a:t>
            </a:r>
            <a:endParaRPr lang="en-US" sz="2400" dirty="0"/>
          </a:p>
        </p:txBody>
      </p:sp>
      <p:sp>
        <p:nvSpPr>
          <p:cNvPr id="59" name="Text 57"/>
          <p:cNvSpPr/>
          <p:nvPr/>
        </p:nvSpPr>
        <p:spPr>
          <a:xfrm>
            <a:off x="5257800" y="327355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Duplicate: 2 skipped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4800600" y="38404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nums[6]=2 = nums[k-1]=1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Duplicate detected — skip!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k stays at 3, fast moves on.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640080" y="4690872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9536" y="46542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Unique (confirmed)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474720" y="4690872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94176" y="46542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Slow pointer (k)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309360" y="4690872"/>
            <a:ext cx="164592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28816" y="46542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Fast pointer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🔍  Dry Run: Step 8 of 11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097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6118167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" y="1298448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4A3B8"/>
                </a:solidFill>
              </a:rPr>
              <a:t>nums =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5097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8249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8249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8249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1401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1401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41401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4553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4553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14553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77056" y="1188720"/>
            <a:ext cx="658368" cy="658368"/>
          </a:xfrm>
          <a:prstGeom prst="rect">
            <a:avLst/>
          </a:prstGeom>
          <a:solidFill>
            <a:srgbClr val="0A2A4A"/>
          </a:solidFill>
          <a:ln w="3175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7705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87705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0857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0857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60857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4009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009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4009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7161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7161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07161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7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03136" y="1188720"/>
            <a:ext cx="658368" cy="658368"/>
          </a:xfrm>
          <a:prstGeom prst="rect">
            <a:avLst/>
          </a:prstGeom>
          <a:solidFill>
            <a:srgbClr val="2D1500"/>
          </a:solidFill>
          <a:ln w="3175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0313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80313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8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53465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3465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53465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9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06240" y="2459736"/>
            <a:ext cx="0" cy="-201168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31336" y="2185416"/>
            <a:ext cx="749808" cy="301752"/>
          </a:xfrm>
          <a:prstGeom prst="rect">
            <a:avLst/>
          </a:prstGeom>
          <a:solidFill>
            <a:srgbClr val="0A2A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31336" y="2185416"/>
            <a:ext cx="749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k=4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132320" y="2871216"/>
            <a:ext cx="0" cy="-201168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57416" y="2596896"/>
            <a:ext cx="749808" cy="301752"/>
          </a:xfrm>
          <a:prstGeom prst="rect">
            <a:avLst/>
          </a:prstGeom>
          <a:solidFill>
            <a:srgbClr val="2D15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57416" y="2596896"/>
            <a:ext cx="749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f=8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2834640"/>
            <a:ext cx="3931920" cy="2057400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Current State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48640" y="3337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slow (k):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2834640" y="3337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4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48640" y="3639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fast: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2834640" y="36393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8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48640" y="39410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k − 1 value: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2834640" y="394106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1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48640" y="424281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fast value: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2834640" y="424281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3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48640" y="45445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Unique count: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2834640" y="45445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4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4663440" y="2834640"/>
            <a:ext cx="4114800" cy="2057400"/>
          </a:xfrm>
          <a:prstGeom prst="rect">
            <a:avLst/>
          </a:prstGeom>
          <a:solidFill>
            <a:srgbClr val="1A1D2E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00600" y="29260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Action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48006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59" name="Text 57"/>
          <p:cNvSpPr/>
          <p:nvPr/>
        </p:nvSpPr>
        <p:spPr>
          <a:xfrm>
            <a:off x="5257800" y="327355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New unique: 3 found!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4800600" y="38404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nums[7]=3 ≠ nums[6-1]=1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Copied nums[3] = 3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Advanced k to 4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640080" y="4690872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9536" y="46542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Unique (confirmed)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474720" y="4690872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94176" y="46542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Slow pointer (k)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309360" y="4690872"/>
            <a:ext cx="164592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28816" y="46542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Fast pointer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🔍  Dry Run: Step 9 of 11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097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688293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" y="1298448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4A3B8"/>
                </a:solidFill>
              </a:rPr>
              <a:t>nums =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5097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8249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8249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8249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1401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1401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41401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4553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4553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14553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77056" y="1188720"/>
            <a:ext cx="658368" cy="658368"/>
          </a:xfrm>
          <a:prstGeom prst="rect">
            <a:avLst/>
          </a:prstGeom>
          <a:solidFill>
            <a:srgbClr val="0A2A4A"/>
          </a:solidFill>
          <a:ln w="3175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7705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87705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0857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0857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60857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4009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009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4009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7161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7161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07161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7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0313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0313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80313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8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534656" y="1188720"/>
            <a:ext cx="658368" cy="658368"/>
          </a:xfrm>
          <a:prstGeom prst="rect">
            <a:avLst/>
          </a:prstGeom>
          <a:solidFill>
            <a:srgbClr val="2D1500"/>
          </a:solidFill>
          <a:ln w="3175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3465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53465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9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06240" y="2459736"/>
            <a:ext cx="0" cy="-201168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31336" y="2185416"/>
            <a:ext cx="749808" cy="301752"/>
          </a:xfrm>
          <a:prstGeom prst="rect">
            <a:avLst/>
          </a:prstGeom>
          <a:solidFill>
            <a:srgbClr val="0A2A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31336" y="2185416"/>
            <a:ext cx="749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k=4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863840" y="2871216"/>
            <a:ext cx="0" cy="-201168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88936" y="2596896"/>
            <a:ext cx="749808" cy="301752"/>
          </a:xfrm>
          <a:prstGeom prst="rect">
            <a:avLst/>
          </a:prstGeom>
          <a:solidFill>
            <a:srgbClr val="2D15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88936" y="2596896"/>
            <a:ext cx="749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f=9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2834640"/>
            <a:ext cx="3931920" cy="2057400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Current State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48640" y="3337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slow (k):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2834640" y="3337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4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48640" y="3639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fast: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2834640" y="36393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9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48640" y="39410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k − 1 value: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2834640" y="394106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1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48640" y="424281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fast value: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2834640" y="424281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4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48640" y="45445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Unique count: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2834640" y="45445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4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4663440" y="2834640"/>
            <a:ext cx="4114800" cy="2057400"/>
          </a:xfrm>
          <a:prstGeom prst="rect">
            <a:avLst/>
          </a:prstGeom>
          <a:solidFill>
            <a:srgbClr val="1A1D2E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00600" y="29260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Action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48006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⏭️</a:t>
            </a:r>
            <a:endParaRPr lang="en-US" sz="2400" dirty="0"/>
          </a:p>
        </p:txBody>
      </p:sp>
      <p:sp>
        <p:nvSpPr>
          <p:cNvPr id="59" name="Text 57"/>
          <p:cNvSpPr/>
          <p:nvPr/>
        </p:nvSpPr>
        <p:spPr>
          <a:xfrm>
            <a:off x="5257800" y="327355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Duplicate: 3 skipped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4800600" y="38404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nums[8]=3 = nums[k-1]=1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Duplicate detected — skip!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k stays at 4, fast moves on.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640080" y="4690872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9536" y="46542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Unique (confirmed)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474720" y="4690872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94176" y="46542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Slow pointer (k)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309360" y="4690872"/>
            <a:ext cx="164592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28816" y="46542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Fast pointer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🔍  Dry Run: Step 10 of 11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097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7647709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" y="1298448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4A3B8"/>
                </a:solidFill>
              </a:rPr>
              <a:t>nums =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5097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8249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8249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8249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1401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1401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41401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4553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4553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14553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7705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7705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87705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08576" y="1188720"/>
            <a:ext cx="658368" cy="658368"/>
          </a:xfrm>
          <a:prstGeom prst="rect">
            <a:avLst/>
          </a:prstGeom>
          <a:solidFill>
            <a:srgbClr val="0A2A4A"/>
          </a:solidFill>
          <a:ln w="3175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0857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60857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4009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009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4009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7161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7161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07161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7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0313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0313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80313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8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534656" y="1188720"/>
            <a:ext cx="658368" cy="658368"/>
          </a:xfrm>
          <a:prstGeom prst="rect">
            <a:avLst/>
          </a:prstGeom>
          <a:solidFill>
            <a:srgbClr val="2D1500"/>
          </a:solidFill>
          <a:ln w="3175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3465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53465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9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37760" y="2459736"/>
            <a:ext cx="0" cy="-201168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62856" y="2185416"/>
            <a:ext cx="749808" cy="301752"/>
          </a:xfrm>
          <a:prstGeom prst="rect">
            <a:avLst/>
          </a:prstGeom>
          <a:solidFill>
            <a:srgbClr val="0A2A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62856" y="2185416"/>
            <a:ext cx="749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k=5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863840" y="2871216"/>
            <a:ext cx="0" cy="-201168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88936" y="2596896"/>
            <a:ext cx="749808" cy="301752"/>
          </a:xfrm>
          <a:prstGeom prst="rect">
            <a:avLst/>
          </a:prstGeom>
          <a:solidFill>
            <a:srgbClr val="2D15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88936" y="2596896"/>
            <a:ext cx="749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f=9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2834640"/>
            <a:ext cx="3931920" cy="2057400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Current State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48640" y="3337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slow (k):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2834640" y="3337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5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48640" y="3639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fast: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2834640" y="36393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9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48640" y="39410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k − 1 value: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2834640" y="394106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1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48640" y="424281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fast value: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2834640" y="424281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4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48640" y="45445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Unique count: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2834640" y="45445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5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4663440" y="2834640"/>
            <a:ext cx="4114800" cy="2057400"/>
          </a:xfrm>
          <a:prstGeom prst="rect">
            <a:avLst/>
          </a:prstGeom>
          <a:solidFill>
            <a:srgbClr val="1A1D2E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00600" y="29260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Action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48006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59" name="Text 57"/>
          <p:cNvSpPr/>
          <p:nvPr/>
        </p:nvSpPr>
        <p:spPr>
          <a:xfrm>
            <a:off x="5257800" y="327355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New unique: 4 found!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4800600" y="38404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nums[9]=4 ≠ nums[8-1]=1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Copied nums[4] = 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Advanced k to 5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640080" y="4690872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9536" y="46542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Unique (confirmed)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474720" y="4690872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94176" y="46542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Slow pointer (k)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309360" y="4690872"/>
            <a:ext cx="164592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28816" y="46542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Fast pointer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🔍  Dry Run: Step 11 of 11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097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841248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" y="1298448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4A3B8"/>
                </a:solidFill>
              </a:rPr>
              <a:t>nums =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5097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8249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8249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8249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1401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1401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41401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4553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4553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14553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7705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7705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87705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08576" y="1188720"/>
            <a:ext cx="658368" cy="658368"/>
          </a:xfrm>
          <a:prstGeom prst="rect">
            <a:avLst/>
          </a:prstGeom>
          <a:solidFill>
            <a:srgbClr val="0A2A4A"/>
          </a:solidFill>
          <a:ln w="3175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0857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60857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4009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009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4009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7161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7161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07161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7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03136" y="1188720"/>
            <a:ext cx="658368" cy="658368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0313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80313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8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534656" y="1188720"/>
            <a:ext cx="658368" cy="658368"/>
          </a:xfrm>
          <a:prstGeom prst="rect">
            <a:avLst/>
          </a:prstGeom>
          <a:solidFill>
            <a:srgbClr val="2D1500"/>
          </a:solidFill>
          <a:ln w="3175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3465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534656" y="1892808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9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37760" y="2459736"/>
            <a:ext cx="0" cy="-201168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62856" y="2185416"/>
            <a:ext cx="749808" cy="301752"/>
          </a:xfrm>
          <a:prstGeom prst="rect">
            <a:avLst/>
          </a:prstGeom>
          <a:solidFill>
            <a:srgbClr val="0A2A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62856" y="2185416"/>
            <a:ext cx="749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k=5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863840" y="2871216"/>
            <a:ext cx="0" cy="-201168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88936" y="2596896"/>
            <a:ext cx="749808" cy="301752"/>
          </a:xfrm>
          <a:prstGeom prst="rect">
            <a:avLst/>
          </a:prstGeom>
          <a:solidFill>
            <a:srgbClr val="2D15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88936" y="2596896"/>
            <a:ext cx="749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f=9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2834640"/>
            <a:ext cx="3931920" cy="2057400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Current State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48640" y="3337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slow (k):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2834640" y="3337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5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48640" y="3639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fast: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2834640" y="36393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9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48640" y="39410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k − 1 value: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2834640" y="394106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1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48640" y="424281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fast value: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2834640" y="424281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4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48640" y="45445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Unique count: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2834640" y="45445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5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4663440" y="2834640"/>
            <a:ext cx="4114800" cy="2057400"/>
          </a:xfrm>
          <a:prstGeom prst="rect">
            <a:avLst/>
          </a:prstGeom>
          <a:solidFill>
            <a:srgbClr val="1A1D2E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00600" y="29260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Action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48006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🏁</a:t>
            </a:r>
            <a:endParaRPr lang="en-US" sz="2400" dirty="0"/>
          </a:p>
        </p:txBody>
      </p:sp>
      <p:sp>
        <p:nvSpPr>
          <p:cNvPr id="59" name="Text 57"/>
          <p:cNvSpPr/>
          <p:nvPr/>
        </p:nvSpPr>
        <p:spPr>
          <a:xfrm>
            <a:off x="5257800" y="327355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Done! Return k = 5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4800600" y="38404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5 unique elements found.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Result in nums[0..4] = [0, 1, 2, 3, 4]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Remaining positions don't matter.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640080" y="4690872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9536" y="46542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Unique (confirmed)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474720" y="4690872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94176" y="46542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Slow pointer (k)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309360" y="4690872"/>
            <a:ext cx="164592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28816" y="46542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Fast pointer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💻  Complete Solution — JavaScript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840480"/>
          </a:xfrm>
          <a:prstGeom prst="rect">
            <a:avLst/>
          </a:prstGeom>
          <a:solidFill>
            <a:srgbClr val="080D1A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841248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000"/>
                </a:solidFill>
              </a:rPr>
              <a:t>🟨  JavaScript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4937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/**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1613916"/>
            <a:ext cx="4937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@param {number[]} nums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1810512"/>
            <a:ext cx="4937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@return {number}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007108"/>
            <a:ext cx="4937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*/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2203704"/>
            <a:ext cx="4937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removeDuplicates = function(nums) {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2400300"/>
            <a:ext cx="4937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k = 1;  // slow pointer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2596896"/>
            <a:ext cx="4937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793492"/>
            <a:ext cx="4937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(let fast = 1; fast &lt; nums.length; fast++) {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2990088"/>
            <a:ext cx="4937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(nums[fast] !== nums[k - 1]) {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3186684"/>
            <a:ext cx="4937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nums[k] = nums[fast];  // place unique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3383280"/>
            <a:ext cx="4937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k++;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3579876"/>
            <a:ext cx="4937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3776472"/>
            <a:ext cx="4937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else: duplicate, skip (fast keeps moving)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3973068"/>
            <a:ext cx="4937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4169664"/>
            <a:ext cx="4937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4366260"/>
            <a:ext cx="4937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k;  // count of unique elements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4562856"/>
            <a:ext cx="4937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0" y="1417320"/>
            <a:ext cx="2926080" cy="502920"/>
          </a:xfrm>
          <a:prstGeom prst="rect">
            <a:avLst/>
          </a:prstGeom>
          <a:solidFill>
            <a:srgbClr val="1A1D2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42432" y="143560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JSDoc types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42432" y="1636776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LeetCode auto-provides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the function signature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669280" y="2395728"/>
            <a:ext cx="2926080" cy="502920"/>
          </a:xfrm>
          <a:prstGeom prst="rect">
            <a:avLst/>
          </a:prstGeom>
          <a:solidFill>
            <a:srgbClr val="1A1D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241401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slow pointer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42432" y="2615184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Starts at 1 — index where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next unique will be written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669280" y="2990088"/>
            <a:ext cx="2926080" cy="502920"/>
          </a:xfrm>
          <a:prstGeom prst="rect">
            <a:avLst/>
          </a:prstGeom>
          <a:solidFill>
            <a:srgbClr val="1A1D2E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00837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 = scanner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42432" y="3209544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let fast declares block-scoped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loop variable (prefer over var)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669280" y="3191256"/>
            <a:ext cx="2926080" cy="502920"/>
          </a:xfrm>
          <a:prstGeom prst="rect">
            <a:avLst/>
          </a:prstGeom>
          <a:solidFill>
            <a:srgbClr val="1A1D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42432" y="320954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!== strict check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42432" y="341071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Use !== not != in JS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Avoids type coercion bugs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669280" y="3383280"/>
            <a:ext cx="2926080" cy="502920"/>
          </a:xfrm>
          <a:prstGeom prst="rect">
            <a:avLst/>
          </a:prstGeom>
          <a:solidFill>
            <a:srgbClr val="1A1D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42432" y="340156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&amp; advance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742432" y="3602736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Copy unique value in-place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then increment slow pointer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669280" y="4224528"/>
            <a:ext cx="2926080" cy="502920"/>
          </a:xfrm>
          <a:prstGeom prst="rect">
            <a:avLst/>
          </a:prstGeom>
          <a:solidFill>
            <a:srgbClr val="1A1D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42432" y="424281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k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742432" y="4443984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Count of unique elements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the valid result length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65760" y="4754880"/>
            <a:ext cx="8412480" cy="2468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754880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Time: O(n)  —  each element visited once    |    Space: O(1)  —  only two pointer variables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📊  Complexity &amp; Key Takeaways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1645920"/>
          </a:xfrm>
          <a:prstGeom prst="rect">
            <a:avLst/>
          </a:prstGeom>
          <a:solidFill>
            <a:srgbClr val="1A1D2E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⏱️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188720" y="1051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Time Complexity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38988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O(n)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188720" y="1965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Single pass through array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4114800" cy="1645920"/>
          </a:xfrm>
          <a:prstGeom prst="rect">
            <a:avLst/>
          </a:prstGeom>
          <a:solidFill>
            <a:srgbClr val="1A1D2E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515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💾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669280" y="1051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Space Complexity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0" y="138988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O(1)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669280" y="1965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Only 2 pointer variables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8412480" cy="2011680"/>
          </a:xfrm>
          <a:prstGeom prst="rect">
            <a:avLst/>
          </a:prstGeom>
          <a:solidFill>
            <a:srgbClr val="1A1D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90779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Key Takeaways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3291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🔵  Sorted arrays guarantee duplicates are adjacent — exploit this!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7033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⚡  Two pointers eliminate the need for extra data structures.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1148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🎯  slow tracks the 'write head'; fast scans ahead to find new values.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291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✅  Only elements in nums[0..k-1] matter — rest of array is irrelevant.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7033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🔄  Pattern applies to many 'remove duplicates' problems in various forms.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LeetCode 26 - Remove Duplicates from Sorted Array</dc:title>
  <dc:subject>PptxGenJS Presentation</dc:subject>
  <dc:creator>PptxGenJS</dc:creator>
  <cp:lastModifiedBy>PptxGenJS</cp:lastModifiedBy>
  <cp:revision>1</cp:revision>
  <dcterms:created xsi:type="dcterms:W3CDTF">2026-05-13T07:55:37Z</dcterms:created>
  <dcterms:modified xsi:type="dcterms:W3CDTF">2026-05-13T07:55:37Z</dcterms:modified>
</cp:coreProperties>
</file>